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our final year design project, Beyond the Missing Wedge.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Our talk has six parts: the motivation, the literature, the design of our system, the implementation and results, the challenges and conclusion, and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We start with why lung nodules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Lung cancer is the leading cause of cancer death worldwide. In 2022 it was 12.4 percent of all new cancers, about 2.5 million cases, but 18.7 percent of all cancer deaths, about 1.8 million. It is the only site that is first in both. That is why we focus on lung cancer.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Survival depends on the stage: 70 to 90 percent at stage one, only 15 to 19 percent at stage four. Early lung cancer appears as a nodule, but most nodules are benign, so doctors follow them over months and measure growth. Today that means a CT scan at every follow-up.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Here is the problem with CT follow-up. A chest CT gives about 6 millisieverts, roughly fifty times a tomosynthesis exam at about 0.12. Tomosynthesis is close to a chest X-ray in dose and far cheaper than CT, and digital radiography rooms are widespread in Bangladesh. The catch: tomosynthesis cannot see depth, so it gives no trustworthy 3D size.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Take moments of each projection. The zeroth moment, the total signal on the detector, equals the nodule's mass in every single view, no matter how deep it is; we verified this numerically to 0.03 percent. Depth position enters through sine of the tube angle, about 3.9 times worse, and depth extent, which volume needs, through sine squared, about 15 times worse.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How does this compare with existing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our system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our system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Now the design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The context diagram. The clinician sends a case and a click and receives mass, volume, 90 percent intervals, category probabilities and a 3D view. Training data comes from the TCIA archive, LIDC-IDRI CT with four-reader annotations, and the heavy training and evaluation run on a cloud GPU provider, RunPod and Kaggle.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methodology in three parts. Part A is physics: we simulate 15 low-dose views, reconstruct the whole chest with SIRT, the detector suggests nodules and the clinician clicks, and we reconstruct a 64 millimetre prism around the click. Part B is the learned prior: a conditional 3D diffusion U-Net with 17.4 million parameters generates eight CT-like samples of the prism, each kept consistent with the X-rays by SIRT steps inside the sampler. Part C is measurement and trust: 3D Gaussians give the mass in closed form, we compute eight measurements per nodule, conformal calibration turns them into a predictive distribution, and the report gives mass and volume with intervals, category probabilities and the seen-versus-unseen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with CT ground truth, so we ran a virtual clinical trial. We took 583 real patients from LIDC-IDRI with 1,144 nodules of 4 to 30 millimetres marked by at least three of four radiologists, and simulated 15-view low-dose DTS from each CT with Poisson noise. We split by patient: 350 for training, 117 for calibration and 116 for testing, so no test patient is ever seen in training or calibration. The diffusion prior trained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conditioned on the blurry DTS reconstruction of the prism. To stop it inventing anatomy, SIRT data-consistency steps inside the sampler make every sample reproduce the measured X-rays. On the left, a held-out example: DTS input, our sample, and the real CT. The chart shows image quality on held-out patients: nodule-box PSNR rose from 11.88 to 15.23 dB, and whole-prism PSNR from 10.16 to 13.74 dB. It trained for 27,610 steps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integral of a Gaussian is known exactly, so the nodule's mass is a closed-form sum, no voxel counting. For trust we use split conformal prediction: we score the errors on 76 calibration nodules from patients never used in training, take the 90 percent quantile, shown by the orange line, and that sets the interval for every new nodule. This gives a coverage guarantee without assuming any error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Our twelve-month plan had four phases: inception, data and feasibility; the core generative architecture; Gaussians, detection and uncertainty; and validation, interface and deployment. The milestones were the design review in month four, the interim report in month eight and the final report and defense in month twelve.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each against its baseline. The diffusion prior raised nodule PSNR on held-out patients from 11.88 to 15.23 dB. The learned detector reached a CPM of 0.298 against 0.017 for a training-free detector, 17 times better. Conformal intervals covered 95 percent of new patients against a 90 percent target, while the raw sample spread covered only 28 percent. And calibration cut the Brier score for a nodule of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left, coverage on the 74 test nodules: the dashed line is the 90 percent target. Raw sample spread covered only 28 percent; our conformal intervals covered 95. On the right, calibration of the clinical size categories at 100 cubic millimetres: the Brier score fell from 0.54 to 0.17, the calibration error from 0.58 to 0.12, and the most likely category was right 38 percent of the time instead of 26. The next step is narrower intervals, by reporting failed reads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A conjugate-gradient null-space split separates every result into what the 15 X-rays measured, the seen part, and what only the prior can supply, the unseen part. Only 0.3 percent of a nodule's mass is unseen, which confirms our physics: the X-rays measure mass. The chart shows skill against the real CT over 30 test nodules. Physics-only reconstruction has no unseen skill. Our diffusion prior reaches 0.22 unseen and 0.88 seen, so it recovers missing depth rather than inventing it. After Gaussian fitting the unseen skill drops to 0.09, which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Conformal intervals reached 95 percent coverage on 74 test nodules. The diffusion model has 17.4 million parameters.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Finally, what limits the system today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Our work shows that low-dose, click-to-3D nodule assessment with calibrated and explainable uncertainty is buildable.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Our main references, numbered as in the report; the full list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Continued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 Id="rId10" Type="http://schemas.openxmlformats.org/officeDocument/2006/relationships/image" Target="../media/image9.jpg"/><Relationship Id="rId11" Type="http://schemas.openxmlformats.org/officeDocument/2006/relationships/image" Target="../media/image10.jpg"/><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image" Target="../media/image20.jpg"/><Relationship Id="rId5" Type="http://schemas.openxmlformats.org/officeDocument/2006/relationships/image" Target="../media/image21.jpg"/><Relationship Id="rId6" Type="http://schemas.openxmlformats.org/officeDocument/2006/relationships/image" Target="../media/image22.jpg"/><Relationship Id="rId7" Type="http://schemas.openxmlformats.org/officeDocument/2006/relationships/image" Target="../media/image23.jpg"/><Relationship Id="rId8" Type="http://schemas.openxmlformats.org/officeDocument/2006/relationships/image" Target="../media/image24.jp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image" Target="../media/image30.jpg"/><Relationship Id="rId8" Type="http://schemas.openxmlformats.org/officeDocument/2006/relationships/image" Target="../media/image31.jpg"/><Relationship Id="rId9" Type="http://schemas.openxmlformats.org/officeDocument/2006/relationships/image" Target="../media/image32.jpg"/><Relationship Id="rId10" Type="http://schemas.openxmlformats.org/officeDocument/2006/relationships/image" Target="../media/image33.jpg"/><Relationship Id="rId11" Type="http://schemas.openxmlformats.org/officeDocument/2006/relationships/image" Target="../media/image34.jpg"/><Relationship Id="rId12" Type="http://schemas.openxmlformats.org/officeDocument/2006/relationships/image" Target="../media/image35.jpg"/><Relationship Id="rId13" Type="http://schemas.openxmlformats.org/officeDocument/2006/relationships/image" Target="../media/image36.jpg"/><Relationship Id="rId14" Type="http://schemas.openxmlformats.org/officeDocument/2006/relationships/image" Target="../media/image37.jpg"/><Relationship Id="rId15" Type="http://schemas.openxmlformats.org/officeDocument/2006/relationships/image" Target="../media/image38.jpg"/><Relationship Id="rId16" Type="http://schemas.openxmlformats.org/officeDocument/2006/relationships/image" Target="../media/image39.jpg"/><Relationship Id="rId17" Type="http://schemas.openxmlformats.org/officeDocument/2006/relationships/image" Target="../media/image40.jpg"/><Relationship Id="rId18" Type="http://schemas.openxmlformats.org/officeDocument/2006/relationships/image" Target="../media/image41.jpg"/><Relationship Id="rId19" Type="http://schemas.openxmlformats.org/officeDocument/2006/relationships/image" Target="../media/image42.jpg"/><Relationship Id="rId20" Type="http://schemas.openxmlformats.org/officeDocument/2006/relationships/image" Target="../media/image43.jpg"/><Relationship Id="rId21" Type="http://schemas.openxmlformats.org/officeDocument/2006/relationships/image" Target="../media/image44.jpg"/><Relationship Id="rId22" Type="http://schemas.openxmlformats.org/officeDocument/2006/relationships/image" Target="../media/image45.jpg"/><Relationship Id="rId23" Type="http://schemas.openxmlformats.org/officeDocument/2006/relationships/image" Target="../media/image46.jpg"/><Relationship Id="rId24" Type="http://schemas.openxmlformats.org/officeDocument/2006/relationships/image" Target="../media/image47.jpg"/><Relationship Id="rId25" Type="http://schemas.openxmlformats.org/officeDocument/2006/relationships/image" Target="../media/image48.jpg"/><Relationship Id="rId26" Type="http://schemas.openxmlformats.org/officeDocument/2006/relationships/image" Target="../media/image49.jpg"/><Relationship Id="rId27" Type="http://schemas.openxmlformats.org/officeDocument/2006/relationships/image" Target="../media/image50.jpg"/><Relationship Id="rId28" Type="http://schemas.openxmlformats.org/officeDocument/2006/relationships/image" Target="../media/image51.jpg"/><Relationship Id="rId29" Type="http://schemas.openxmlformats.org/officeDocument/2006/relationships/image" Target="../media/image52.jpg"/><Relationship Id="rId30" Type="http://schemas.openxmlformats.org/officeDocument/2006/relationships/image" Target="../media/image53.jpg"/><Relationship Id="rId31" Type="http://schemas.openxmlformats.org/officeDocument/2006/relationships/image" Target="../media/image54.jpg"/><Relationship Id="rId32" Type="http://schemas.openxmlformats.org/officeDocument/2006/relationships/image" Target="../media/image55.jpg"/><Relationship Id="rId33" Type="http://schemas.openxmlformats.org/officeDocument/2006/relationships/image" Target="../media/image56.jpg"/><Relationship Id="rId34" Type="http://schemas.openxmlformats.org/officeDocument/2006/relationships/image" Target="../media/image57.jpg"/><Relationship Id="rId35" Type="http://schemas.openxmlformats.org/officeDocument/2006/relationships/image" Target="../media/image58.jpg"/><Relationship Id="rId36" Type="http://schemas.openxmlformats.org/officeDocument/2006/relationships/image" Target="../media/image59.jpg"/><Relationship Id="rId37" Type="http://schemas.openxmlformats.org/officeDocument/2006/relationships/image" Target="../media/image60.jpg"/><Relationship Id="rId38" Type="http://schemas.openxmlformats.org/officeDocument/2006/relationships/image" Target="../media/image61.jpg"/><Relationship Id="rId39" Type="http://schemas.openxmlformats.org/officeDocument/2006/relationships/image" Target="../media/image62.jpg"/><Relationship Id="rId40" Type="http://schemas.openxmlformats.org/officeDocument/2006/relationships/image" Target="../media/image63.jpg"/><Relationship Id="rId41" Type="http://schemas.openxmlformats.org/officeDocument/2006/relationships/image" Target="../media/image64.jpg"/><Relationship Id="rId42" Type="http://schemas.openxmlformats.org/officeDocument/2006/relationships/image" Target="../media/image65.jpg"/><Relationship Id="rId43" Type="http://schemas.openxmlformats.org/officeDocument/2006/relationships/image" Target="../media/image66.jpg"/><Relationship Id="rId44" Type="http://schemas.openxmlformats.org/officeDocument/2006/relationships/image" Target="../media/image67.jpg"/><Relationship Id="rId45" Type="http://schemas.openxmlformats.org/officeDocument/2006/relationships/image" Target="../media/image68.jpg"/><Relationship Id="rId46" Type="http://schemas.openxmlformats.org/officeDocument/2006/relationships/image" Target="../media/image69.jpg"/><Relationship Id="rId4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71.jpg"/><Relationship Id="rId4" Type="http://schemas.openxmlformats.org/officeDocument/2006/relationships/image" Target="../media/image30.jpg"/><Relationship Id="rId5" Type="http://schemas.openxmlformats.org/officeDocument/2006/relationships/image" Target="../media/image34.jpg"/><Relationship Id="rId6" Type="http://schemas.openxmlformats.org/officeDocument/2006/relationships/image" Target="../media/image72.jpg"/><Relationship Id="rId7" Type="http://schemas.openxmlformats.org/officeDocument/2006/relationships/image" Target="../media/image73.jpg"/><Relationship Id="rId8" Type="http://schemas.openxmlformats.org/officeDocument/2006/relationships/image" Target="../media/image74.jpg"/><Relationship Id="rId9" Type="http://schemas.openxmlformats.org/officeDocument/2006/relationships/image" Target="../media/image75.jpg"/><Relationship Id="rId10" Type="http://schemas.openxmlformats.org/officeDocument/2006/relationships/image" Target="../media/image76.jpg"/><Relationship Id="rId11" Type="http://schemas.openxmlformats.org/officeDocument/2006/relationships/image" Target="../media/image77.jpg"/><Relationship Id="rId12" Type="http://schemas.openxmlformats.org/officeDocument/2006/relationships/image" Target="../media/image78.jpg"/><Relationship Id="rId13" Type="http://schemas.openxmlformats.org/officeDocument/2006/relationships/image" Target="../media/image79.jpg"/><Relationship Id="rId14" Type="http://schemas.openxmlformats.org/officeDocument/2006/relationships/image" Target="../media/image80.jpg"/><Relationship Id="rId15" Type="http://schemas.openxmlformats.org/officeDocument/2006/relationships/image" Target="../media/image81.jpg"/><Relationship Id="rId16" Type="http://schemas.openxmlformats.org/officeDocument/2006/relationships/image" Target="../media/image82.jpg"/><Relationship Id="rId17" Type="http://schemas.openxmlformats.org/officeDocument/2006/relationships/image" Target="../media/image83.jpg"/><Relationship Id="rId18" Type="http://schemas.openxmlformats.org/officeDocument/2006/relationships/image" Target="../media/image84.jpg"/><Relationship Id="rId19" Type="http://schemas.openxmlformats.org/officeDocument/2006/relationships/image" Target="../media/image85.jpg"/><Relationship Id="rId20" Type="http://schemas.openxmlformats.org/officeDocument/2006/relationships/image" Target="../media/image86.jpg"/><Relationship Id="rId21" Type="http://schemas.openxmlformats.org/officeDocument/2006/relationships/image" Target="../media/image87.jpg"/><Relationship Id="rId22" Type="http://schemas.openxmlformats.org/officeDocument/2006/relationships/image" Target="../media/image88.jpg"/><Relationship Id="rId23" Type="http://schemas.openxmlformats.org/officeDocument/2006/relationships/image" Target="../media/image89.jpg"/><Relationship Id="rId24" Type="http://schemas.openxmlformats.org/officeDocument/2006/relationships/image" Target="../media/image90.jpg"/><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92.jpg"/><Relationship Id="rId4" Type="http://schemas.openxmlformats.org/officeDocument/2006/relationships/image" Target="../media/image93.jpg"/><Relationship Id="rId5" Type="http://schemas.openxmlformats.org/officeDocument/2006/relationships/image" Target="../media/image94.jpg"/><Relationship Id="rId6" Type="http://schemas.openxmlformats.org/officeDocument/2006/relationships/image" Target="../media/image95.jpg"/><Relationship Id="rId7" Type="http://schemas.openxmlformats.org/officeDocument/2006/relationships/image" Target="../media/image96.jpg"/><Relationship Id="rId8" Type="http://schemas.openxmlformats.org/officeDocument/2006/relationships/image" Target="../media/image97.jpg"/><Relationship Id="rId9" Type="http://schemas.openxmlformats.org/officeDocument/2006/relationships/image" Target="../media/image98.jpg"/><Relationship Id="rId10" Type="http://schemas.openxmlformats.org/officeDocument/2006/relationships/image" Target="../media/image99.jpg"/><Relationship Id="rId11" Type="http://schemas.openxmlformats.org/officeDocument/2006/relationships/image" Target="../media/image100.jpg"/><Relationship Id="rId12" Type="http://schemas.openxmlformats.org/officeDocument/2006/relationships/image" Target="../media/image101.jpg"/><Relationship Id="rId13" Type="http://schemas.openxmlformats.org/officeDocument/2006/relationships/image" Target="../media/image102.jpg"/><Relationship Id="rId14" Type="http://schemas.openxmlformats.org/officeDocument/2006/relationships/image" Target="../media/image103.jpg"/><Relationship Id="rId15" Type="http://schemas.openxmlformats.org/officeDocument/2006/relationships/image" Target="../media/image104.jpg"/><Relationship Id="rId16" Type="http://schemas.openxmlformats.org/officeDocument/2006/relationships/image" Target="../media/image105.jpg"/><Relationship Id="rId17" Type="http://schemas.openxmlformats.org/officeDocument/2006/relationships/image" Target="../media/image106.jpg"/><Relationship Id="rId18" Type="http://schemas.openxmlformats.org/officeDocument/2006/relationships/image" Target="../media/image107.jpg"/><Relationship Id="rId19" Type="http://schemas.openxmlformats.org/officeDocument/2006/relationships/image" Target="../media/image108.jpg"/><Relationship Id="rId20" Type="http://schemas.openxmlformats.org/officeDocument/2006/relationships/image" Target="../media/image109.jpg"/><Relationship Id="rId21" Type="http://schemas.openxmlformats.org/officeDocument/2006/relationships/image" Target="../media/image110.jpg"/><Relationship Id="rId22" Type="http://schemas.openxmlformats.org/officeDocument/2006/relationships/image" Target="../media/image111.jpg"/><Relationship Id="rId23" Type="http://schemas.openxmlformats.org/officeDocument/2006/relationships/image" Target="../media/image112.jpg"/><Relationship Id="rId24" Type="http://schemas.openxmlformats.org/officeDocument/2006/relationships/image" Target="../media/image113.jpg"/><Relationship Id="rId2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image" Target="../media/image115.jpg"/><Relationship Id="rId4" Type="http://schemas.openxmlformats.org/officeDocument/2006/relationships/image" Target="../media/image116.jpg"/><Relationship Id="rId5" Type="http://schemas.openxmlformats.org/officeDocument/2006/relationships/image" Target="../media/image117.jpg"/><Relationship Id="rId6" Type="http://schemas.openxmlformats.org/officeDocument/2006/relationships/image" Target="../media/image118.jp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jpg"/><Relationship Id="rId3" Type="http://schemas.openxmlformats.org/officeDocument/2006/relationships/image" Target="../media/image120.jpg"/><Relationship Id="rId4" Type="http://schemas.openxmlformats.org/officeDocument/2006/relationships/image" Target="../media/image121.jpg"/><Relationship Id="rId5" Type="http://schemas.openxmlformats.org/officeDocument/2006/relationships/image" Target="../media/image122.jpg"/><Relationship Id="rId6" Type="http://schemas.openxmlformats.org/officeDocument/2006/relationships/image" Target="../media/image123.jpg"/><Relationship Id="rId7" Type="http://schemas.openxmlformats.org/officeDocument/2006/relationships/image" Target="../media/image124.jpg"/><Relationship Id="rId8" Type="http://schemas.openxmlformats.org/officeDocument/2006/relationships/image" Target="../media/image125.jpg"/><Relationship Id="rId9" Type="http://schemas.openxmlformats.org/officeDocument/2006/relationships/image" Target="../media/image126.jpg"/><Relationship Id="rId10" Type="http://schemas.openxmlformats.org/officeDocument/2006/relationships/image" Target="../media/image127.jpg"/><Relationship Id="rId11" Type="http://schemas.openxmlformats.org/officeDocument/2006/relationships/image" Target="../media/image128.jpg"/><Relationship Id="rId12" Type="http://schemas.openxmlformats.org/officeDocument/2006/relationships/image" Target="../media/image129.jpg"/><Relationship Id="rId13" Type="http://schemas.openxmlformats.org/officeDocument/2006/relationships/image" Target="../media/image130.jpg"/><Relationship Id="rId14" Type="http://schemas.openxmlformats.org/officeDocument/2006/relationships/image" Target="../media/image131.jpg"/><Relationship Id="rId15" Type="http://schemas.openxmlformats.org/officeDocument/2006/relationships/image" Target="../media/image132.jpg"/><Relationship Id="rId16" Type="http://schemas.openxmlformats.org/officeDocument/2006/relationships/image" Target="../media/image133.jpg"/><Relationship Id="rId1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jpg"/><Relationship Id="rId3" Type="http://schemas.openxmlformats.org/officeDocument/2006/relationships/image" Target="../media/image135.jpg"/><Relationship Id="rId4" Type="http://schemas.openxmlformats.org/officeDocument/2006/relationships/image" Target="../media/image136.jpg"/><Relationship Id="rId5" Type="http://schemas.openxmlformats.org/officeDocument/2006/relationships/image" Target="../media/image137.jpg"/><Relationship Id="rId6" Type="http://schemas.openxmlformats.org/officeDocument/2006/relationships/image" Target="../media/image138.jpg"/><Relationship Id="rId7" Type="http://schemas.openxmlformats.org/officeDocument/2006/relationships/image" Target="../media/image139.jpg"/><Relationship Id="rId8" Type="http://schemas.openxmlformats.org/officeDocument/2006/relationships/image" Target="../media/image140.jpg"/><Relationship Id="rId9" Type="http://schemas.openxmlformats.org/officeDocument/2006/relationships/image" Target="../media/image141.jpg"/><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142.jpg"/><Relationship Id="rId4" Type="http://schemas.openxmlformats.org/officeDocument/2006/relationships/image" Target="../media/image20.jpg"/><Relationship Id="rId5" Type="http://schemas.openxmlformats.org/officeDocument/2006/relationships/image" Target="../media/image143.jpg"/><Relationship Id="rId6" Type="http://schemas.openxmlformats.org/officeDocument/2006/relationships/image" Target="../media/image144.jpg"/><Relationship Id="rId7" Type="http://schemas.openxmlformats.org/officeDocument/2006/relationships/image" Target="../media/image145.jp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jpg"/><Relationship Id="rId3" Type="http://schemas.openxmlformats.org/officeDocument/2006/relationships/image" Target="../media/image147.jpg"/><Relationship Id="rId4" Type="http://schemas.openxmlformats.org/officeDocument/2006/relationships/image" Target="../media/image148.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149.jpg"/><Relationship Id="rId4" Type="http://schemas.openxmlformats.org/officeDocument/2006/relationships/image" Target="../media/image20.jpg"/><Relationship Id="rId5" Type="http://schemas.openxmlformats.org/officeDocument/2006/relationships/image" Target="../media/image150.jpg"/><Relationship Id="rId6" Type="http://schemas.openxmlformats.org/officeDocument/2006/relationships/image" Target="../media/image151.jpg"/><Relationship Id="rId7" Type="http://schemas.openxmlformats.org/officeDocument/2006/relationships/image" Target="../media/image152.jpg"/><Relationship Id="rId8" Type="http://schemas.openxmlformats.org/officeDocument/2006/relationships/image" Target="../media/image153.jp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jpg"/><Relationship Id="rId3" Type="http://schemas.openxmlformats.org/officeDocument/2006/relationships/image" Target="../media/image155.jpg"/><Relationship Id="rId4" Type="http://schemas.openxmlformats.org/officeDocument/2006/relationships/image" Target="../media/image156.jpg"/><Relationship Id="rId5" Type="http://schemas.openxmlformats.org/officeDocument/2006/relationships/image" Target="../media/image157.jpg"/><Relationship Id="rId6" Type="http://schemas.openxmlformats.org/officeDocument/2006/relationships/image" Target="../media/image158.jpg"/><Relationship Id="rId7" Type="http://schemas.openxmlformats.org/officeDocument/2006/relationships/image" Target="../media/image159.jpg"/><Relationship Id="rId8" Type="http://schemas.openxmlformats.org/officeDocument/2006/relationships/image" Target="../media/image160.jpg"/><Relationship Id="rId9" Type="http://schemas.openxmlformats.org/officeDocument/2006/relationships/image" Target="../media/image161.jpg"/><Relationship Id="rId10" Type="http://schemas.openxmlformats.org/officeDocument/2006/relationships/image" Target="../media/image162.jpg"/><Relationship Id="rId11" Type="http://schemas.openxmlformats.org/officeDocument/2006/relationships/image" Target="../media/image163.jpg"/><Relationship Id="rId12" Type="http://schemas.openxmlformats.org/officeDocument/2006/relationships/image" Target="../media/image164.jpg"/><Relationship Id="rId13" Type="http://schemas.openxmlformats.org/officeDocument/2006/relationships/image" Target="../media/image165.jpg"/><Relationship Id="rId14" Type="http://schemas.openxmlformats.org/officeDocument/2006/relationships/image" Target="../media/image166.jpg"/><Relationship Id="rId15" Type="http://schemas.openxmlformats.org/officeDocument/2006/relationships/image" Target="../media/image167.jpg"/><Relationship Id="rId16" Type="http://schemas.openxmlformats.org/officeDocument/2006/relationships/image" Target="../media/image168.jpg"/><Relationship Id="rId17" Type="http://schemas.openxmlformats.org/officeDocument/2006/relationships/image" Target="../media/image169.jpg"/><Relationship Id="rId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0.jpg"/><Relationship Id="rId3" Type="http://schemas.openxmlformats.org/officeDocument/2006/relationships/image" Target="../media/image171.jpg"/><Relationship Id="rId4" Type="http://schemas.openxmlformats.org/officeDocument/2006/relationships/image" Target="../media/image172.jpg"/><Relationship Id="rId5" Type="http://schemas.openxmlformats.org/officeDocument/2006/relationships/image" Target="../media/image173.jpg"/><Relationship Id="rId6" Type="http://schemas.openxmlformats.org/officeDocument/2006/relationships/image" Target="../media/image174.jpg"/><Relationship Id="rId7" Type="http://schemas.openxmlformats.org/officeDocument/2006/relationships/image" Target="../media/image175.jpg"/><Relationship Id="rId8" Type="http://schemas.openxmlformats.org/officeDocument/2006/relationships/image" Target="../media/image176.jpg"/><Relationship Id="rId9" Type="http://schemas.openxmlformats.org/officeDocument/2006/relationships/image" Target="../media/image177.jpg"/><Relationship Id="rId10" Type="http://schemas.openxmlformats.org/officeDocument/2006/relationships/image" Target="../media/image178.jpg"/><Relationship Id="rId11" Type="http://schemas.openxmlformats.org/officeDocument/2006/relationships/image" Target="../media/image179.jpg"/><Relationship Id="rId12" Type="http://schemas.openxmlformats.org/officeDocument/2006/relationships/image" Target="../media/image180.jpg"/><Relationship Id="rId13" Type="http://schemas.openxmlformats.org/officeDocument/2006/relationships/image" Target="../media/image181.jpg"/><Relationship Id="rId14" Type="http://schemas.openxmlformats.org/officeDocument/2006/relationships/image" Target="../media/image182.jpg"/><Relationship Id="rId15" Type="http://schemas.openxmlformats.org/officeDocument/2006/relationships/image" Target="../media/image183.jpg"/><Relationship Id="rId16" Type="http://schemas.openxmlformats.org/officeDocument/2006/relationships/image" Target="../media/image184.jpg"/><Relationship Id="rId17" Type="http://schemas.openxmlformats.org/officeDocument/2006/relationships/image" Target="../media/image185.jpg"/><Relationship Id="rId18" Type="http://schemas.openxmlformats.org/officeDocument/2006/relationships/image" Target="../media/image186.jpg"/><Relationship Id="rId19" Type="http://schemas.openxmlformats.org/officeDocument/2006/relationships/image" Target="../media/image187.jpg"/><Relationship Id="rId20" Type="http://schemas.openxmlformats.org/officeDocument/2006/relationships/image" Target="../media/image188.jpg"/><Relationship Id="rId21" Type="http://schemas.openxmlformats.org/officeDocument/2006/relationships/image" Target="../media/image189.jpg"/><Relationship Id="rId22" Type="http://schemas.openxmlformats.org/officeDocument/2006/relationships/image" Target="../media/image190.jpg"/><Relationship Id="rId23" Type="http://schemas.openxmlformats.org/officeDocument/2006/relationships/image" Target="../media/image191.jpg"/><Relationship Id="rId2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jpg"/><Relationship Id="rId5" Type="http://schemas.openxmlformats.org/officeDocument/2006/relationships/image" Target="../media/image195.jpg"/><Relationship Id="rId6" Type="http://schemas.openxmlformats.org/officeDocument/2006/relationships/image" Target="../media/image196.jpg"/><Relationship Id="rId7" Type="http://schemas.openxmlformats.org/officeDocument/2006/relationships/image" Target="../media/image197.jpg"/><Relationship Id="rId8" Type="http://schemas.openxmlformats.org/officeDocument/2006/relationships/image" Target="../media/image198.jpg"/><Relationship Id="rId9" Type="http://schemas.openxmlformats.org/officeDocument/2006/relationships/image" Target="../media/image199.jpg"/><Relationship Id="rId10" Type="http://schemas.openxmlformats.org/officeDocument/2006/relationships/image" Target="../media/image200.jpg"/><Relationship Id="rId11" Type="http://schemas.openxmlformats.org/officeDocument/2006/relationships/image" Target="../media/image201.jpg"/><Relationship Id="rId12" Type="http://schemas.openxmlformats.org/officeDocument/2006/relationships/image" Target="../media/image202.jpg"/><Relationship Id="rId13" Type="http://schemas.openxmlformats.org/officeDocument/2006/relationships/image" Target="../media/image203.jpg"/><Relationship Id="rId14" Type="http://schemas.openxmlformats.org/officeDocument/2006/relationships/image" Target="../media/image204.jpg"/><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5.jpg"/><Relationship Id="rId3" Type="http://schemas.openxmlformats.org/officeDocument/2006/relationships/image" Target="../media/image206.jpg"/><Relationship Id="rId4" Type="http://schemas.openxmlformats.org/officeDocument/2006/relationships/image" Target="../media/image207.jpg"/><Relationship Id="rId5" Type="http://schemas.openxmlformats.org/officeDocument/2006/relationships/image" Target="../media/image208.jpg"/><Relationship Id="rId6" Type="http://schemas.openxmlformats.org/officeDocument/2006/relationships/image" Target="../media/image209.jpg"/><Relationship Id="rId7" Type="http://schemas.openxmlformats.org/officeDocument/2006/relationships/image" Target="../media/image210.jpg"/><Relationship Id="rId8" Type="http://schemas.openxmlformats.org/officeDocument/2006/relationships/image" Target="../media/image211.jpg"/><Relationship Id="rId9" Type="http://schemas.openxmlformats.org/officeDocument/2006/relationships/image" Target="../media/image212.jpg"/><Relationship Id="rId10" Type="http://schemas.openxmlformats.org/officeDocument/2006/relationships/image" Target="../media/image213.jpg"/><Relationship Id="rId11" Type="http://schemas.openxmlformats.org/officeDocument/2006/relationships/image" Target="../media/image214.jpg"/><Relationship Id="rId12" Type="http://schemas.openxmlformats.org/officeDocument/2006/relationships/image" Target="../media/image28.jpg"/><Relationship Id="rId13" Type="http://schemas.openxmlformats.org/officeDocument/2006/relationships/image" Target="../media/image215.jpg"/><Relationship Id="rId14" Type="http://schemas.openxmlformats.org/officeDocument/2006/relationships/image" Target="../media/image216.jpg"/><Relationship Id="rId15" Type="http://schemas.openxmlformats.org/officeDocument/2006/relationships/image" Target="../media/image217.jpg"/><Relationship Id="rId16" Type="http://schemas.openxmlformats.org/officeDocument/2006/relationships/image" Target="../media/image218.jpg"/><Relationship Id="rId17" Type="http://schemas.openxmlformats.org/officeDocument/2006/relationships/image" Target="../media/image219.jpg"/><Relationship Id="rId18" Type="http://schemas.openxmlformats.org/officeDocument/2006/relationships/image" Target="../media/image220.jpg"/><Relationship Id="rId19" Type="http://schemas.openxmlformats.org/officeDocument/2006/relationships/image" Target="../media/image221.jpg"/><Relationship Id="rId20" Type="http://schemas.openxmlformats.org/officeDocument/2006/relationships/image" Target="../media/image222.jpg"/><Relationship Id="rId21" Type="http://schemas.openxmlformats.org/officeDocument/2006/relationships/image" Target="../media/image223.jpg"/><Relationship Id="rId22" Type="http://schemas.openxmlformats.org/officeDocument/2006/relationships/image" Target="../media/image224.jpg"/><Relationship Id="rId23" Type="http://schemas.openxmlformats.org/officeDocument/2006/relationships/image" Target="../media/image225.jpg"/><Relationship Id="rId24" Type="http://schemas.openxmlformats.org/officeDocument/2006/relationships/image" Target="../media/image226.jpg"/><Relationship Id="rId25" Type="http://schemas.openxmlformats.org/officeDocument/2006/relationships/image" Target="../media/image227.jpg"/><Relationship Id="rId26" Type="http://schemas.openxmlformats.org/officeDocument/2006/relationships/image" Target="../media/image228.jpg"/><Relationship Id="rId27" Type="http://schemas.openxmlformats.org/officeDocument/2006/relationships/image" Target="../media/image229.jpg"/><Relationship Id="rId28" Type="http://schemas.openxmlformats.org/officeDocument/2006/relationships/image" Target="../media/image230.jpg"/><Relationship Id="rId29" Type="http://schemas.openxmlformats.org/officeDocument/2006/relationships/image" Target="../media/image231.jpg"/><Relationship Id="rId3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jpg"/><Relationship Id="rId7" Type="http://schemas.openxmlformats.org/officeDocument/2006/relationships/image" Target="../media/image237.jpg"/><Relationship Id="rId8" Type="http://schemas.openxmlformats.org/officeDocument/2006/relationships/image" Target="../media/image238.jpg"/><Relationship Id="rId9" Type="http://schemas.openxmlformats.org/officeDocument/2006/relationships/image" Target="../media/image239.jpg"/><Relationship Id="rId10" Type="http://schemas.openxmlformats.org/officeDocument/2006/relationships/image" Target="../media/image240.jpg"/><Relationship Id="rId11" Type="http://schemas.openxmlformats.org/officeDocument/2006/relationships/image" Target="../media/image241.jpg"/><Relationship Id="rId12" Type="http://schemas.openxmlformats.org/officeDocument/2006/relationships/image" Target="../media/image242.jpg"/><Relationship Id="rId13" Type="http://schemas.openxmlformats.org/officeDocument/2006/relationships/image" Target="../media/image243.jpg"/><Relationship Id="rId14" Type="http://schemas.openxmlformats.org/officeDocument/2006/relationships/image" Target="../media/image244.jpg"/><Relationship Id="rId15" Type="http://schemas.openxmlformats.org/officeDocument/2006/relationships/image" Target="../media/image245.jpg"/><Relationship Id="rId16" Type="http://schemas.openxmlformats.org/officeDocument/2006/relationships/image" Target="../media/image246.jpg"/><Relationship Id="rId17" Type="http://schemas.openxmlformats.org/officeDocument/2006/relationships/image" Target="../media/image247.jpg"/><Relationship Id="rId18" Type="http://schemas.openxmlformats.org/officeDocument/2006/relationships/image" Target="../media/image248.jpg"/><Relationship Id="rId19" Type="http://schemas.openxmlformats.org/officeDocument/2006/relationships/image" Target="../media/image249.jpg"/><Relationship Id="rId20" Type="http://schemas.openxmlformats.org/officeDocument/2006/relationships/image" Target="../media/image250.jpg"/><Relationship Id="rId21" Type="http://schemas.openxmlformats.org/officeDocument/2006/relationships/image" Target="../media/image251.jpg"/><Relationship Id="rId22" Type="http://schemas.openxmlformats.org/officeDocument/2006/relationships/image" Target="../media/image252.jpg"/><Relationship Id="rId23" Type="http://schemas.openxmlformats.org/officeDocument/2006/relationships/image" Target="../media/image253.jpg"/><Relationship Id="rId24" Type="http://schemas.openxmlformats.org/officeDocument/2006/relationships/image" Target="../media/image254.jpg"/><Relationship Id="rId25" Type="http://schemas.openxmlformats.org/officeDocument/2006/relationships/image" Target="../media/image255.jpg"/><Relationship Id="rId26" Type="http://schemas.openxmlformats.org/officeDocument/2006/relationships/image" Target="../media/image256.jpg"/><Relationship Id="rId27" Type="http://schemas.openxmlformats.org/officeDocument/2006/relationships/image" Target="../media/image257.jpg"/><Relationship Id="rId28" Type="http://schemas.openxmlformats.org/officeDocument/2006/relationships/image" Target="../media/image258.jpg"/><Relationship Id="rId29" Type="http://schemas.openxmlformats.org/officeDocument/2006/relationships/image" Target="../media/image259.jpg"/><Relationship Id="rId30" Type="http://schemas.openxmlformats.org/officeDocument/2006/relationships/image" Target="../media/image260.jpg"/><Relationship Id="rId31" Type="http://schemas.openxmlformats.org/officeDocument/2006/relationships/image" Target="../media/image261.jpg"/><Relationship Id="rId32" Type="http://schemas.openxmlformats.org/officeDocument/2006/relationships/image" Target="../media/image262.jpg"/><Relationship Id="rId3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3.jpg"/><Relationship Id="rId3" Type="http://schemas.openxmlformats.org/officeDocument/2006/relationships/image" Target="../media/image264.jpg"/><Relationship Id="rId4" Type="http://schemas.openxmlformats.org/officeDocument/2006/relationships/image" Target="../media/image265.jpg"/><Relationship Id="rId5" Type="http://schemas.openxmlformats.org/officeDocument/2006/relationships/image" Target="../media/image266.jpg"/><Relationship Id="rId6" Type="http://schemas.openxmlformats.org/officeDocument/2006/relationships/image" Target="../media/image267.jpg"/><Relationship Id="rId7" Type="http://schemas.openxmlformats.org/officeDocument/2006/relationships/image" Target="../media/image268.jpg"/><Relationship Id="rId8" Type="http://schemas.openxmlformats.org/officeDocument/2006/relationships/image" Target="../media/image269.jpg"/><Relationship Id="rId9" Type="http://schemas.openxmlformats.org/officeDocument/2006/relationships/image" Target="../media/image270.jpg"/><Relationship Id="rId10" Type="http://schemas.openxmlformats.org/officeDocument/2006/relationships/image" Target="../media/image271.jpg"/><Relationship Id="rId11" Type="http://schemas.openxmlformats.org/officeDocument/2006/relationships/image" Target="../media/image272.jpg"/><Relationship Id="rId12" Type="http://schemas.openxmlformats.org/officeDocument/2006/relationships/image" Target="../media/image273.jpg"/><Relationship Id="rId13" Type="http://schemas.openxmlformats.org/officeDocument/2006/relationships/image" Target="../media/image274.jpg"/><Relationship Id="rId14" Type="http://schemas.openxmlformats.org/officeDocument/2006/relationships/image" Target="../media/image275.jpg"/><Relationship Id="rId15" Type="http://schemas.openxmlformats.org/officeDocument/2006/relationships/image" Target="../media/image276.jpg"/><Relationship Id="rId16" Type="http://schemas.openxmlformats.org/officeDocument/2006/relationships/image" Target="../media/image277.jpg"/><Relationship Id="rId17" Type="http://schemas.openxmlformats.org/officeDocument/2006/relationships/image" Target="../media/image278.jpg"/><Relationship Id="rId18" Type="http://schemas.openxmlformats.org/officeDocument/2006/relationships/image" Target="../media/image279.jpg"/><Relationship Id="rId19" Type="http://schemas.openxmlformats.org/officeDocument/2006/relationships/image" Target="../media/image280.jpg"/><Relationship Id="rId20" Type="http://schemas.openxmlformats.org/officeDocument/2006/relationships/image" Target="../media/image281.jpg"/><Relationship Id="rId21" Type="http://schemas.openxmlformats.org/officeDocument/2006/relationships/image" Target="../media/image282.jpg"/><Relationship Id="rId22" Type="http://schemas.openxmlformats.org/officeDocument/2006/relationships/image" Target="../media/image283.jpg"/><Relationship Id="rId23" Type="http://schemas.openxmlformats.org/officeDocument/2006/relationships/image" Target="../media/image284.jpg"/><Relationship Id="rId24" Type="http://schemas.openxmlformats.org/officeDocument/2006/relationships/image" Target="../media/image285.jpg"/><Relationship Id="rId25" Type="http://schemas.openxmlformats.org/officeDocument/2006/relationships/image" Target="../media/image286.jpg"/><Relationship Id="rId26" Type="http://schemas.openxmlformats.org/officeDocument/2006/relationships/image" Target="../media/image287.jpg"/><Relationship Id="rId27" Type="http://schemas.openxmlformats.org/officeDocument/2006/relationships/image" Target="../media/image288.jpg"/><Relationship Id="rId28" Type="http://schemas.openxmlformats.org/officeDocument/2006/relationships/image" Target="../media/image289.jpg"/><Relationship Id="rId29" Type="http://schemas.openxmlformats.org/officeDocument/2006/relationships/image" Target="../media/image290.jpg"/><Relationship Id="rId30" Type="http://schemas.openxmlformats.org/officeDocument/2006/relationships/image" Target="../media/image291.jpg"/><Relationship Id="rId31" Type="http://schemas.openxmlformats.org/officeDocument/2006/relationships/image" Target="../media/image292.jpg"/><Relationship Id="rId32" Type="http://schemas.openxmlformats.org/officeDocument/2006/relationships/image" Target="../media/image293.jpg"/><Relationship Id="rId33" Type="http://schemas.openxmlformats.org/officeDocument/2006/relationships/image" Target="../media/image294.jpg"/><Relationship Id="rId34" Type="http://schemas.openxmlformats.org/officeDocument/2006/relationships/image" Target="../media/image295.jpg"/><Relationship Id="rId35" Type="http://schemas.openxmlformats.org/officeDocument/2006/relationships/image" Target="../media/image296.jpg"/><Relationship Id="rId36" Type="http://schemas.openxmlformats.org/officeDocument/2006/relationships/image" Target="../media/image297.jpg"/><Relationship Id="rId37" Type="http://schemas.openxmlformats.org/officeDocument/2006/relationships/image" Target="../media/image298.jpg"/><Relationship Id="rId38" Type="http://schemas.openxmlformats.org/officeDocument/2006/relationships/image" Target="../media/image299.jpg"/><Relationship Id="rId39" Type="http://schemas.openxmlformats.org/officeDocument/2006/relationships/image" Target="../media/image300.jpg"/><Relationship Id="rId40" Type="http://schemas.openxmlformats.org/officeDocument/2006/relationships/image" Target="../media/image301.jpg"/><Relationship Id="rId41" Type="http://schemas.openxmlformats.org/officeDocument/2006/relationships/image" Target="../media/image302.jpg"/><Relationship Id="rId42" Type="http://schemas.openxmlformats.org/officeDocument/2006/relationships/image" Target="../media/image303.jpg"/><Relationship Id="rId43" Type="http://schemas.openxmlformats.org/officeDocument/2006/relationships/image" Target="../media/image304.jpg"/><Relationship Id="rId44" Type="http://schemas.openxmlformats.org/officeDocument/2006/relationships/image" Target="../media/image305.jpg"/><Relationship Id="rId45" Type="http://schemas.openxmlformats.org/officeDocument/2006/relationships/image" Target="../media/image306.jpg"/><Relationship Id="rId46" Type="http://schemas.openxmlformats.org/officeDocument/2006/relationships/image" Target="../media/image307.jpg"/><Relationship Id="rId47" Type="http://schemas.openxmlformats.org/officeDocument/2006/relationships/image" Target="../media/image308.jpg"/><Relationship Id="rId48" Type="http://schemas.openxmlformats.org/officeDocument/2006/relationships/image" Target="../media/image309.jpg"/><Relationship Id="rId49" Type="http://schemas.openxmlformats.org/officeDocument/2006/relationships/image" Target="../media/image310.jpg"/><Relationship Id="rId50" Type="http://schemas.openxmlformats.org/officeDocument/2006/relationships/image" Target="../media/image311.jpg"/><Relationship Id="rId51" Type="http://schemas.openxmlformats.org/officeDocument/2006/relationships/image" Target="../media/image312.jpg"/><Relationship Id="rId52" Type="http://schemas.openxmlformats.org/officeDocument/2006/relationships/image" Target="../media/image313.jpg"/><Relationship Id="rId53" Type="http://schemas.openxmlformats.org/officeDocument/2006/relationships/image" Target="../media/image314.jpg"/><Relationship Id="rId54" Type="http://schemas.openxmlformats.org/officeDocument/2006/relationships/image" Target="../media/image315.jpg"/><Relationship Id="rId55" Type="http://schemas.openxmlformats.org/officeDocument/2006/relationships/image" Target="../media/image316.jpg"/><Relationship Id="rId56" Type="http://schemas.openxmlformats.org/officeDocument/2006/relationships/image" Target="../media/image317.jpg"/><Relationship Id="rId5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318.jpg"/><Relationship Id="rId4" Type="http://schemas.openxmlformats.org/officeDocument/2006/relationships/image" Target="../media/image20.jpg"/><Relationship Id="rId5" Type="http://schemas.openxmlformats.org/officeDocument/2006/relationships/image" Target="../media/image319.jpg"/><Relationship Id="rId6" Type="http://schemas.openxmlformats.org/officeDocument/2006/relationships/image" Target="../media/image320.jpg"/><Relationship Id="rId7" Type="http://schemas.openxmlformats.org/officeDocument/2006/relationships/image" Target="../media/image321.jpg"/><Relationship Id="rId8" Type="http://schemas.openxmlformats.org/officeDocument/2006/relationships/image" Target="../media/image322.jpg"/><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3.jpg"/><Relationship Id="rId3" Type="http://schemas.openxmlformats.org/officeDocument/2006/relationships/image" Target="../media/image324.jpg"/><Relationship Id="rId4" Type="http://schemas.openxmlformats.org/officeDocument/2006/relationships/image" Target="../media/image325.jpg"/><Relationship Id="rId5" Type="http://schemas.openxmlformats.org/officeDocument/2006/relationships/image" Target="../media/image326.jpg"/><Relationship Id="rId6" Type="http://schemas.openxmlformats.org/officeDocument/2006/relationships/image" Target="../media/image327.jpg"/><Relationship Id="rId7" Type="http://schemas.openxmlformats.org/officeDocument/2006/relationships/image" Target="../media/image328.jp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9.jpg"/><Relationship Id="rId3" Type="http://schemas.openxmlformats.org/officeDocument/2006/relationships/image" Target="../media/image330.jpg"/><Relationship Id="rId4" Type="http://schemas.openxmlformats.org/officeDocument/2006/relationships/image" Target="../media/image331.jpg"/><Relationship Id="rId5" Type="http://schemas.openxmlformats.org/officeDocument/2006/relationships/image" Target="../media/image332.jpg"/><Relationship Id="rId6" Type="http://schemas.openxmlformats.org/officeDocument/2006/relationships/image" Target="../media/image333.jpg"/><Relationship Id="rId7" Type="http://schemas.openxmlformats.org/officeDocument/2006/relationships/image" Target="../media/image334.jpg"/><Relationship Id="rId8" Type="http://schemas.openxmlformats.org/officeDocument/2006/relationships/image" Target="../media/image335.jpg"/><Relationship Id="rId9" Type="http://schemas.openxmlformats.org/officeDocument/2006/relationships/image" Target="../media/image336.jpg"/><Relationship Id="rId10" Type="http://schemas.openxmlformats.org/officeDocument/2006/relationships/image" Target="../media/image337.jpg"/><Relationship Id="rId11" Type="http://schemas.openxmlformats.org/officeDocument/2006/relationships/image" Target="../media/image213.jpg"/><Relationship Id="rId12" Type="http://schemas.openxmlformats.org/officeDocument/2006/relationships/image" Target="../media/image338.jpg"/><Relationship Id="rId13" Type="http://schemas.openxmlformats.org/officeDocument/2006/relationships/image" Target="../media/image339.jpg"/><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0.jpg"/><Relationship Id="rId3" Type="http://schemas.openxmlformats.org/officeDocument/2006/relationships/image" Target="../media/image341.jpg"/><Relationship Id="rId4" Type="http://schemas.openxmlformats.org/officeDocument/2006/relationships/image" Target="../media/image342.jpg"/><Relationship Id="rId5" Type="http://schemas.openxmlformats.org/officeDocument/2006/relationships/image" Target="../media/image343.jpg"/><Relationship Id="rId6" Type="http://schemas.openxmlformats.org/officeDocument/2006/relationships/image" Target="../media/image344.jpg"/><Relationship Id="rId7" Type="http://schemas.openxmlformats.org/officeDocument/2006/relationships/image" Target="../media/image345.jpg"/><Relationship Id="rId8" Type="http://schemas.openxmlformats.org/officeDocument/2006/relationships/image" Target="../media/image346.jpg"/><Relationship Id="rId9" Type="http://schemas.openxmlformats.org/officeDocument/2006/relationships/image" Target="../media/image347.jpg"/><Relationship Id="rId10" Type="http://schemas.openxmlformats.org/officeDocument/2006/relationships/image" Target="../media/image348.jpg"/><Relationship Id="rId11" Type="http://schemas.openxmlformats.org/officeDocument/2006/relationships/image" Target="../media/image349.jpg"/><Relationship Id="rId12" Type="http://schemas.openxmlformats.org/officeDocument/2006/relationships/image" Target="../media/image350.jpg"/><Relationship Id="rId13" Type="http://schemas.openxmlformats.org/officeDocument/2006/relationships/image" Target="../media/image351.jpg"/><Relationship Id="rId14" Type="http://schemas.openxmlformats.org/officeDocument/2006/relationships/image" Target="../media/image352.jpg"/><Relationship Id="rId15" Type="http://schemas.openxmlformats.org/officeDocument/2006/relationships/image" Target="../media/image353.jpg"/><Relationship Id="rId16" Type="http://schemas.openxmlformats.org/officeDocument/2006/relationships/image" Target="../media/image354.jpg"/><Relationship Id="rId17" Type="http://schemas.openxmlformats.org/officeDocument/2006/relationships/image" Target="../media/image355.jpg"/><Relationship Id="rId18" Type="http://schemas.openxmlformats.org/officeDocument/2006/relationships/image" Target="../media/image356.jpg"/><Relationship Id="rId19" Type="http://schemas.openxmlformats.org/officeDocument/2006/relationships/image" Target="../media/image357.jpg"/><Relationship Id="rId20" Type="http://schemas.openxmlformats.org/officeDocument/2006/relationships/image" Target="../media/image358.jpg"/><Relationship Id="rId21" Type="http://schemas.openxmlformats.org/officeDocument/2006/relationships/image" Target="../media/image359.jpg"/><Relationship Id="rId22" Type="http://schemas.openxmlformats.org/officeDocument/2006/relationships/image" Target="../media/image360.jpg"/><Relationship Id="rId23" Type="http://schemas.openxmlformats.org/officeDocument/2006/relationships/image" Target="../media/image361.jpg"/><Relationship Id="rId24" Type="http://schemas.openxmlformats.org/officeDocument/2006/relationships/image" Target="../media/image362.jpg"/><Relationship Id="rId25" Type="http://schemas.openxmlformats.org/officeDocument/2006/relationships/image" Target="../media/image363.jpg"/><Relationship Id="rId26" Type="http://schemas.openxmlformats.org/officeDocument/2006/relationships/image" Target="../media/image364.jpg"/><Relationship Id="rId27" Type="http://schemas.openxmlformats.org/officeDocument/2006/relationships/image" Target="../media/image365.jpg"/><Relationship Id="rId28" Type="http://schemas.openxmlformats.org/officeDocument/2006/relationships/image" Target="../media/image366.jpg"/><Relationship Id="rId29" Type="http://schemas.openxmlformats.org/officeDocument/2006/relationships/image" Target="../media/image367.jpg"/><Relationship Id="rId3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8.jpg"/><Relationship Id="rId3" Type="http://schemas.openxmlformats.org/officeDocument/2006/relationships/image" Target="../media/image369.jpg"/><Relationship Id="rId4" Type="http://schemas.openxmlformats.org/officeDocument/2006/relationships/image" Target="../media/image30.jpg"/><Relationship Id="rId5" Type="http://schemas.openxmlformats.org/officeDocument/2006/relationships/image" Target="../media/image370.jpg"/><Relationship Id="rId6" Type="http://schemas.openxmlformats.org/officeDocument/2006/relationships/image" Target="../media/image371.jpg"/><Relationship Id="rId7" Type="http://schemas.openxmlformats.org/officeDocument/2006/relationships/image" Target="../media/image372.jpg"/><Relationship Id="rId8" Type="http://schemas.openxmlformats.org/officeDocument/2006/relationships/image" Target="../media/image75.jpg"/><Relationship Id="rId9" Type="http://schemas.openxmlformats.org/officeDocument/2006/relationships/image" Target="../media/image220.jpg"/><Relationship Id="rId10" Type="http://schemas.openxmlformats.org/officeDocument/2006/relationships/image" Target="../media/image373.jpg"/><Relationship Id="rId11" Type="http://schemas.openxmlformats.org/officeDocument/2006/relationships/image" Target="../media/image374.jpg"/><Relationship Id="rId12" Type="http://schemas.openxmlformats.org/officeDocument/2006/relationships/image" Target="../media/image375.jpg"/><Relationship Id="rId13" Type="http://schemas.openxmlformats.org/officeDocument/2006/relationships/image" Target="../media/image376.jpg"/><Relationship Id="rId14" Type="http://schemas.openxmlformats.org/officeDocument/2006/relationships/image" Target="../media/image377.jpg"/><Relationship Id="rId15" Type="http://schemas.openxmlformats.org/officeDocument/2006/relationships/image" Target="../media/image378.jpg"/><Relationship Id="rId16" Type="http://schemas.openxmlformats.org/officeDocument/2006/relationships/image" Target="../media/image379.jpg"/><Relationship Id="rId17" Type="http://schemas.openxmlformats.org/officeDocument/2006/relationships/image" Target="../media/image380.jpg"/><Relationship Id="rId18" Type="http://schemas.openxmlformats.org/officeDocument/2006/relationships/image" Target="../media/image381.jpg"/><Relationship Id="rId19" Type="http://schemas.openxmlformats.org/officeDocument/2006/relationships/image" Target="../media/image213.jpg"/><Relationship Id="rId20" Type="http://schemas.openxmlformats.org/officeDocument/2006/relationships/image" Target="../media/image382.jpg"/><Relationship Id="rId21" Type="http://schemas.openxmlformats.org/officeDocument/2006/relationships/image" Target="../media/image28.jpg"/><Relationship Id="rId22" Type="http://schemas.openxmlformats.org/officeDocument/2006/relationships/image" Target="../media/image383.jpg"/><Relationship Id="rId23" Type="http://schemas.openxmlformats.org/officeDocument/2006/relationships/image" Target="../media/image384.jpg"/><Relationship Id="rId24" Type="http://schemas.openxmlformats.org/officeDocument/2006/relationships/image" Target="../media/image385.jpg"/><Relationship Id="rId25" Type="http://schemas.openxmlformats.org/officeDocument/2006/relationships/image" Target="../media/image386.jpg"/><Relationship Id="rId26" Type="http://schemas.openxmlformats.org/officeDocument/2006/relationships/image" Target="../media/image387.jpg"/><Relationship Id="rId27" Type="http://schemas.openxmlformats.org/officeDocument/2006/relationships/image" Target="../media/image388.jpg"/><Relationship Id="rId28" Type="http://schemas.openxmlformats.org/officeDocument/2006/relationships/image" Target="../media/image389.jpg"/><Relationship Id="rId29" Type="http://schemas.openxmlformats.org/officeDocument/2006/relationships/image" Target="../media/image390.jpg"/><Relationship Id="rId30" Type="http://schemas.openxmlformats.org/officeDocument/2006/relationships/image" Target="../media/image391.jpg"/><Relationship Id="rId31" Type="http://schemas.openxmlformats.org/officeDocument/2006/relationships/image" Target="../media/image392.jpg"/><Relationship Id="rId32" Type="http://schemas.openxmlformats.org/officeDocument/2006/relationships/image" Target="../media/image393.jpg"/><Relationship Id="rId33" Type="http://schemas.openxmlformats.org/officeDocument/2006/relationships/image" Target="../media/image394.jpg"/><Relationship Id="rId34" Type="http://schemas.openxmlformats.org/officeDocument/2006/relationships/image" Target="../media/image395.jpg"/><Relationship Id="rId35" Type="http://schemas.openxmlformats.org/officeDocument/2006/relationships/image" Target="../media/image396.jpg"/><Relationship Id="rId36" Type="http://schemas.openxmlformats.org/officeDocument/2006/relationships/image" Target="../media/image397.jpg"/><Relationship Id="rId37" Type="http://schemas.openxmlformats.org/officeDocument/2006/relationships/image" Target="../media/image398.jpg"/><Relationship Id="rId38" Type="http://schemas.openxmlformats.org/officeDocument/2006/relationships/image" Target="../media/image399.jpg"/><Relationship Id="rId39" Type="http://schemas.openxmlformats.org/officeDocument/2006/relationships/image" Target="../media/image400.jpg"/><Relationship Id="rId4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1.jpg"/><Relationship Id="rId3" Type="http://schemas.openxmlformats.org/officeDocument/2006/relationships/image" Target="../media/image402.jpg"/><Relationship Id="rId4" Type="http://schemas.openxmlformats.org/officeDocument/2006/relationships/image" Target="../media/image403.jpg"/><Relationship Id="rId5" Type="http://schemas.openxmlformats.org/officeDocument/2006/relationships/image" Target="../media/image404.jpg"/><Relationship Id="rId6" Type="http://schemas.openxmlformats.org/officeDocument/2006/relationships/image" Target="../media/image405.jpg"/><Relationship Id="rId7" Type="http://schemas.openxmlformats.org/officeDocument/2006/relationships/image" Target="../media/image26.jpg"/><Relationship Id="rId8" Type="http://schemas.openxmlformats.org/officeDocument/2006/relationships/image" Target="../media/image406.jpg"/><Relationship Id="rId9" Type="http://schemas.openxmlformats.org/officeDocument/2006/relationships/image" Target="../media/image28.jpg"/><Relationship Id="rId10" Type="http://schemas.openxmlformats.org/officeDocument/2006/relationships/image" Target="../media/image407.jpg"/><Relationship Id="rId11" Type="http://schemas.openxmlformats.org/officeDocument/2006/relationships/image" Target="../media/image384.jpg"/><Relationship Id="rId12" Type="http://schemas.openxmlformats.org/officeDocument/2006/relationships/image" Target="../media/image408.jpg"/><Relationship Id="rId13" Type="http://schemas.openxmlformats.org/officeDocument/2006/relationships/image" Target="../media/image409.jpg"/><Relationship Id="rId14" Type="http://schemas.openxmlformats.org/officeDocument/2006/relationships/image" Target="../media/image410.jpg"/><Relationship Id="rId15" Type="http://schemas.openxmlformats.org/officeDocument/2006/relationships/image" Target="../media/image411.jpg"/><Relationship Id="rId16" Type="http://schemas.openxmlformats.org/officeDocument/2006/relationships/image" Target="../media/image412.jpg"/><Relationship Id="rId17" Type="http://schemas.openxmlformats.org/officeDocument/2006/relationships/image" Target="../media/image413.jpg"/><Relationship Id="rId18" Type="http://schemas.openxmlformats.org/officeDocument/2006/relationships/image" Target="../media/image414.jpg"/><Relationship Id="rId19" Type="http://schemas.openxmlformats.org/officeDocument/2006/relationships/image" Target="../media/image415.jpg"/><Relationship Id="rId20" Type="http://schemas.openxmlformats.org/officeDocument/2006/relationships/image" Target="../media/image416.jpg"/><Relationship Id="rId21" Type="http://schemas.openxmlformats.org/officeDocument/2006/relationships/image" Target="../media/image417.jpg"/><Relationship Id="rId22" Type="http://schemas.openxmlformats.org/officeDocument/2006/relationships/image" Target="../media/image418.jpg"/><Relationship Id="rId23" Type="http://schemas.openxmlformats.org/officeDocument/2006/relationships/image" Target="../media/image419.jpg"/><Relationship Id="rId24" Type="http://schemas.openxmlformats.org/officeDocument/2006/relationships/image" Target="../media/image420.jpg"/><Relationship Id="rId25" Type="http://schemas.openxmlformats.org/officeDocument/2006/relationships/image" Target="../media/image421.jpg"/><Relationship Id="rId26" Type="http://schemas.openxmlformats.org/officeDocument/2006/relationships/image" Target="../media/image422.jpg"/><Relationship Id="rId27" Type="http://schemas.openxmlformats.org/officeDocument/2006/relationships/image" Target="../media/image423.jpg"/><Relationship Id="rId28" Type="http://schemas.openxmlformats.org/officeDocument/2006/relationships/image" Target="../media/image424.jpg"/><Relationship Id="rId29" Type="http://schemas.openxmlformats.org/officeDocument/2006/relationships/image" Target="../media/image425.jpg"/><Relationship Id="rId30" Type="http://schemas.openxmlformats.org/officeDocument/2006/relationships/image" Target="../media/image426.jpg"/><Relationship Id="rId31" Type="http://schemas.openxmlformats.org/officeDocument/2006/relationships/image" Target="../media/image427.jpg"/><Relationship Id="rId3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8.jpg"/><Relationship Id="rId3" Type="http://schemas.openxmlformats.org/officeDocument/2006/relationships/image" Target="../media/image429.jpg"/><Relationship Id="rId4" Type="http://schemas.openxmlformats.org/officeDocument/2006/relationships/image" Target="../media/image430.jpg"/><Relationship Id="rId5" Type="http://schemas.openxmlformats.org/officeDocument/2006/relationships/image" Target="../media/image431.jpg"/><Relationship Id="rId6" Type="http://schemas.openxmlformats.org/officeDocument/2006/relationships/image" Target="../media/image432.jpg"/><Relationship Id="rId7" Type="http://schemas.openxmlformats.org/officeDocument/2006/relationships/image" Target="../media/image433.jpg"/><Relationship Id="rId8" Type="http://schemas.openxmlformats.org/officeDocument/2006/relationships/image" Target="../media/image434.jp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435.jpg"/><Relationship Id="rId4" Type="http://schemas.openxmlformats.org/officeDocument/2006/relationships/image" Target="../media/image20.jpg"/><Relationship Id="rId5" Type="http://schemas.openxmlformats.org/officeDocument/2006/relationships/image" Target="../media/image436.jpg"/><Relationship Id="rId6" Type="http://schemas.openxmlformats.org/officeDocument/2006/relationships/image" Target="../media/image437.jpg"/><Relationship Id="rId7" Type="http://schemas.openxmlformats.org/officeDocument/2006/relationships/image" Target="../media/image438.jpg"/><Relationship Id="rId8" Type="http://schemas.openxmlformats.org/officeDocument/2006/relationships/image" Target="../media/image439.jpg"/><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0.jpg"/><Relationship Id="rId3" Type="http://schemas.openxmlformats.org/officeDocument/2006/relationships/image" Target="../media/image441.jpg"/><Relationship Id="rId4" Type="http://schemas.openxmlformats.org/officeDocument/2006/relationships/image" Target="../media/image442.jpg"/><Relationship Id="rId5" Type="http://schemas.openxmlformats.org/officeDocument/2006/relationships/image" Target="../media/image443.jpg"/><Relationship Id="rId6" Type="http://schemas.openxmlformats.org/officeDocument/2006/relationships/image" Target="../media/image444.jpg"/><Relationship Id="rId7" Type="http://schemas.openxmlformats.org/officeDocument/2006/relationships/image" Target="../media/image445.jpg"/><Relationship Id="rId8" Type="http://schemas.openxmlformats.org/officeDocument/2006/relationships/image" Target="../media/image446.jpg"/><Relationship Id="rId9" Type="http://schemas.openxmlformats.org/officeDocument/2006/relationships/image" Target="../media/image447.jpg"/><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8.jpg"/><Relationship Id="rId3" Type="http://schemas.openxmlformats.org/officeDocument/2006/relationships/image" Target="../media/image449.jpg"/><Relationship Id="rId4" Type="http://schemas.openxmlformats.org/officeDocument/2006/relationships/image" Target="../media/image450.jpg"/><Relationship Id="rId5" Type="http://schemas.openxmlformats.org/officeDocument/2006/relationships/image" Target="../media/image451.jpg"/><Relationship Id="rId6" Type="http://schemas.openxmlformats.org/officeDocument/2006/relationships/image" Target="../media/image452.jpg"/><Relationship Id="rId7" Type="http://schemas.openxmlformats.org/officeDocument/2006/relationships/image" Target="../media/image453.jpg"/><Relationship Id="rId8" Type="http://schemas.openxmlformats.org/officeDocument/2006/relationships/image" Target="../media/image454.jpg"/><Relationship Id="rId9" Type="http://schemas.openxmlformats.org/officeDocument/2006/relationships/image" Target="../media/image455.jpg"/><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6.jpg"/><Relationship Id="rId3" Type="http://schemas.openxmlformats.org/officeDocument/2006/relationships/image" Target="../media/image457.jpg"/><Relationship Id="rId4" Type="http://schemas.openxmlformats.org/officeDocument/2006/relationships/image" Target="../media/image458.jpg"/><Relationship Id="rId5" Type="http://schemas.openxmlformats.org/officeDocument/2006/relationships/image" Target="../media/image459.jp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0.jpg"/><Relationship Id="rId3" Type="http://schemas.openxmlformats.org/officeDocument/2006/relationships/image" Target="../media/image461.jpg"/><Relationship Id="rId4" Type="http://schemas.openxmlformats.org/officeDocument/2006/relationships/image" Target="../media/image462.jpg"/><Relationship Id="rId5" Type="http://schemas.openxmlformats.org/officeDocument/2006/relationships/image" Target="../media/image459.jp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3.jpg"/><Relationship Id="rId3" Type="http://schemas.openxmlformats.org/officeDocument/2006/relationships/image" Target="../media/image464.jpg"/><Relationship Id="rId4" Type="http://schemas.openxmlformats.org/officeDocument/2006/relationships/image" Target="../media/image465.jpg"/><Relationship Id="rId5" Type="http://schemas.openxmlformats.org/officeDocument/2006/relationships/image" Target="../media/image466.jpg"/><Relationship Id="rId6" Type="http://schemas.openxmlformats.org/officeDocument/2006/relationships/image" Target="../media/image5.jpg"/><Relationship Id="rId7"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8299450" y="0"/>
            <a:ext cx="3892550" cy="6121400"/>
          </a:xfrm>
          <a:prstGeom prst="rect">
            <a:avLst/>
          </a:prstGeom>
        </p:spPr>
      </p:pic>
      <p:pic>
        <p:nvPicPr>
          <p:cNvPr id="4" name="Picture 3" descr="image.jpg"/>
          <p:cNvPicPr>
            <a:picLocks noChangeAspect="1"/>
          </p:cNvPicPr>
          <p:nvPr/>
        </p:nvPicPr>
        <p:blipFill>
          <a:blip r:embed="rId4"/>
          <a:stretch>
            <a:fillRect/>
          </a:stretch>
        </p:blipFill>
        <p:spPr>
          <a:xfrm>
            <a:off x="8407400" y="1371600"/>
            <a:ext cx="3568700" cy="4013200"/>
          </a:xfrm>
          <a:prstGeom prst="rect">
            <a:avLst/>
          </a:prstGeom>
        </p:spPr>
      </p:pic>
      <p:pic>
        <p:nvPicPr>
          <p:cNvPr id="5" name="Picture 4" descr="image.jpg"/>
          <p:cNvPicPr>
            <a:picLocks noChangeAspect="1"/>
          </p:cNvPicPr>
          <p:nvPr/>
        </p:nvPicPr>
        <p:blipFill>
          <a:blip r:embed="rId5"/>
          <a:stretch>
            <a:fillRect/>
          </a:stretch>
        </p:blipFill>
        <p:spPr>
          <a:xfrm>
            <a:off x="850900" y="1181100"/>
            <a:ext cx="7061200" cy="1657350"/>
          </a:xfrm>
          <a:prstGeom prst="rect">
            <a:avLst/>
          </a:prstGeom>
        </p:spPr>
      </p:pic>
      <p:pic>
        <p:nvPicPr>
          <p:cNvPr id="6" name="Picture 5" descr="image.jpg"/>
          <p:cNvPicPr>
            <a:picLocks noChangeAspect="1"/>
          </p:cNvPicPr>
          <p:nvPr/>
        </p:nvPicPr>
        <p:blipFill>
          <a:blip r:embed="rId6"/>
          <a:stretch>
            <a:fillRect/>
          </a:stretch>
        </p:blipFill>
        <p:spPr>
          <a:xfrm>
            <a:off x="850900" y="2946400"/>
            <a:ext cx="965200" cy="114300"/>
          </a:xfrm>
          <a:prstGeom prst="rect">
            <a:avLst/>
          </a:prstGeom>
        </p:spPr>
      </p:pic>
      <p:pic>
        <p:nvPicPr>
          <p:cNvPr id="7" name="Picture 6" descr="image.jpg"/>
          <p:cNvPicPr>
            <a:picLocks noChangeAspect="1"/>
          </p:cNvPicPr>
          <p:nvPr/>
        </p:nvPicPr>
        <p:blipFill>
          <a:blip r:embed="rId7"/>
          <a:stretch>
            <a:fillRect/>
          </a:stretch>
        </p:blipFill>
        <p:spPr>
          <a:xfrm>
            <a:off x="850900" y="3263900"/>
            <a:ext cx="6934200" cy="584200"/>
          </a:xfrm>
          <a:prstGeom prst="rect">
            <a:avLst/>
          </a:prstGeom>
        </p:spPr>
      </p:pic>
      <p:pic>
        <p:nvPicPr>
          <p:cNvPr id="8" name="Picture 7" descr="image.jpg"/>
          <p:cNvPicPr>
            <a:picLocks noChangeAspect="1"/>
          </p:cNvPicPr>
          <p:nvPr/>
        </p:nvPicPr>
        <p:blipFill>
          <a:blip r:embed="rId8"/>
          <a:stretch>
            <a:fillRect/>
          </a:stretch>
        </p:blipFill>
        <p:spPr>
          <a:xfrm>
            <a:off x="850900" y="4279900"/>
            <a:ext cx="3378200" cy="800100"/>
          </a:xfrm>
          <a:prstGeom prst="rect">
            <a:avLst/>
          </a:prstGeom>
        </p:spPr>
      </p:pic>
      <p:pic>
        <p:nvPicPr>
          <p:cNvPr id="9" name="Picture 8" descr="image.jpg"/>
          <p:cNvPicPr>
            <a:picLocks noChangeAspect="1"/>
          </p:cNvPicPr>
          <p:nvPr/>
        </p:nvPicPr>
        <p:blipFill>
          <a:blip r:embed="rId9"/>
          <a:stretch>
            <a:fillRect/>
          </a:stretch>
        </p:blipFill>
        <p:spPr>
          <a:xfrm>
            <a:off x="4406900" y="4279900"/>
            <a:ext cx="3378200" cy="800100"/>
          </a:xfrm>
          <a:prstGeom prst="rect">
            <a:avLst/>
          </a:prstGeom>
        </p:spPr>
      </p:pic>
      <p:pic>
        <p:nvPicPr>
          <p:cNvPr id="10" name="Picture 9" descr="image.jpg"/>
          <p:cNvPicPr>
            <a:picLocks noChangeAspect="1"/>
          </p:cNvPicPr>
          <p:nvPr/>
        </p:nvPicPr>
        <p:blipFill>
          <a:blip r:embed="rId10"/>
          <a:stretch>
            <a:fillRect/>
          </a:stretch>
        </p:blipFill>
        <p:spPr>
          <a:xfrm>
            <a:off x="850900" y="5549900"/>
            <a:ext cx="5791200" cy="292100"/>
          </a:xfrm>
          <a:prstGeom prst="rect">
            <a:avLst/>
          </a:prstGeom>
        </p:spPr>
      </p:pic>
      <p:pic>
        <p:nvPicPr>
          <p:cNvPr id="11" name="Picture 10" descr="image.jpg"/>
          <p:cNvPicPr>
            <a:picLocks noChangeAspect="1"/>
          </p:cNvPicPr>
          <p:nvPr/>
        </p:nvPicPr>
        <p:blipFill>
          <a:blip r:embed="rId11"/>
          <a:stretch>
            <a:fillRect/>
          </a:stretch>
        </p:blipFill>
        <p:spPr>
          <a:xfrm>
            <a:off x="8299450" y="5308600"/>
            <a:ext cx="3892550" cy="15494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650"/>
                                        <p:tgtEl>
                                          <p:spTgt spid="3"/>
                                        </p:tgtEl>
                                      </p:cBhvr>
                                    </p:animEffect>
                                  </p:childTnLst>
                                </p:cTn>
                              </p:par>
                              <p:par>
                                <p:cTn id="8" presetID="22" presetClass="entr" presetSubtype="8" fill="hold" nodeType="withEffect">
                                  <p:stCondLst>
                                    <p:cond delay="22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800"/>
                                        <p:tgtEl>
                                          <p:spTgt spid="4"/>
                                        </p:tgtEl>
                                      </p:cBhvr>
                                    </p:animEffect>
                                  </p:childTnLst>
                                </p:cTn>
                              </p:par>
                              <p:par>
                                <p:cTn id="11" presetID="42" presetClass="entr" presetSubtype="0" fill="hold" nodeType="withEffect">
                                  <p:stCondLst>
                                    <p:cond delay="4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decel="100000" fill="hold"/>
                                        <p:tgtEl>
                                          <p:spTgt spid="5"/>
                                        </p:tgtEl>
                                        <p:attrNameLst>
                                          <p:attrName>ppt_x</p:attrName>
                                        </p:attrNameLst>
                                      </p:cBhvr>
                                      <p:tavLst>
                                        <p:tav tm="0">
                                          <p:val>
                                            <p:strVal val="#ppt_x"/>
                                          </p:val>
                                        </p:tav>
                                        <p:tav tm="100000">
                                          <p:val>
                                            <p:strVal val="#ppt_x"/>
                                          </p:val>
                                        </p:tav>
                                      </p:tavLst>
                                    </p:anim>
                                    <p:anim calcmode="lin" valueType="num">
                                      <p:cBhvr>
                                        <p:cTn id="15" dur="500" decel="100000" fill="hold"/>
                                        <p:tgtEl>
                                          <p:spTgt spid="5"/>
                                        </p:tgtEl>
                                        <p:attrNameLst>
                                          <p:attrName>ppt_y</p:attrName>
                                        </p:attrNameLst>
                                      </p:cBhvr>
                                      <p:tavLst>
                                        <p:tav tm="0">
                                          <p:val>
                                            <p:strVal val="#ppt_y+0.04"/>
                                          </p:val>
                                        </p:tav>
                                        <p:tav tm="100000">
                                          <p:val>
                                            <p:strVal val="#ppt_y"/>
                                          </p:val>
                                        </p:tav>
                                      </p:tavLst>
                                    </p:anim>
                                  </p:childTnLst>
                                </p:cTn>
                              </p:par>
                              <p:par>
                                <p:cTn id="16" presetID="10" presetClass="entr" presetSubtype="0" fill="hold" nodeType="withEffect">
                                  <p:stCondLst>
                                    <p:cond delay="66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childTnLst>
                                </p:cTn>
                              </p:par>
                              <p:par>
                                <p:cTn id="19" presetID="42" presetClass="entr" presetSubtype="0" fill="hold" nodeType="withEffect">
                                  <p:stCondLst>
                                    <p:cond delay="88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anim calcmode="lin" valueType="num">
                                      <p:cBhvr>
                                        <p:cTn id="22" dur="500" decel="100000" fill="hold"/>
                                        <p:tgtEl>
                                          <p:spTgt spid="7"/>
                                        </p:tgtEl>
                                        <p:attrNameLst>
                                          <p:attrName>ppt_x</p:attrName>
                                        </p:attrNameLst>
                                      </p:cBhvr>
                                      <p:tavLst>
                                        <p:tav tm="0">
                                          <p:val>
                                            <p:strVal val="#ppt_x"/>
                                          </p:val>
                                        </p:tav>
                                        <p:tav tm="100000">
                                          <p:val>
                                            <p:strVal val="#ppt_x"/>
                                          </p:val>
                                        </p:tav>
                                      </p:tavLst>
                                    </p:anim>
                                    <p:anim calcmode="lin" valueType="num">
                                      <p:cBhvr>
                                        <p:cTn id="23" dur="500" decel="100000" fill="hold"/>
                                        <p:tgtEl>
                                          <p:spTgt spid="7"/>
                                        </p:tgtEl>
                                        <p:attrNameLst>
                                          <p:attrName>ppt_y</p:attrName>
                                        </p:attrNameLst>
                                      </p:cBhvr>
                                      <p:tavLst>
                                        <p:tav tm="0">
                                          <p:val>
                                            <p:strVal val="#ppt_y+0.04"/>
                                          </p:val>
                                        </p:tav>
                                        <p:tav tm="100000">
                                          <p:val>
                                            <p:strVal val="#ppt_y"/>
                                          </p:val>
                                        </p:tav>
                                      </p:tavLst>
                                    </p:anim>
                                  </p:childTnLst>
                                </p:cTn>
                              </p:par>
                              <p:par>
                                <p:cTn id="24" presetID="42" presetClass="entr" presetSubtype="0" fill="hold" nodeType="withEffect">
                                  <p:stCondLst>
                                    <p:cond delay="110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anim calcmode="lin" valueType="num">
                                      <p:cBhvr>
                                        <p:cTn id="27" dur="500" decel="100000" fill="hold"/>
                                        <p:tgtEl>
                                          <p:spTgt spid="8"/>
                                        </p:tgtEl>
                                        <p:attrNameLst>
                                          <p:attrName>ppt_x</p:attrName>
                                        </p:attrNameLst>
                                      </p:cBhvr>
                                      <p:tavLst>
                                        <p:tav tm="0">
                                          <p:val>
                                            <p:strVal val="#ppt_x"/>
                                          </p:val>
                                        </p:tav>
                                        <p:tav tm="100000">
                                          <p:val>
                                            <p:strVal val="#ppt_x"/>
                                          </p:val>
                                        </p:tav>
                                      </p:tavLst>
                                    </p:anim>
                                    <p:anim calcmode="lin" valueType="num">
                                      <p:cBhvr>
                                        <p:cTn id="28" dur="500" decel="100000" fill="hold"/>
                                        <p:tgtEl>
                                          <p:spTgt spid="8"/>
                                        </p:tgtEl>
                                        <p:attrNameLst>
                                          <p:attrName>ppt_y</p:attrName>
                                        </p:attrNameLst>
                                      </p:cBhvr>
                                      <p:tavLst>
                                        <p:tav tm="0">
                                          <p:val>
                                            <p:strVal val="#ppt_y+0.04"/>
                                          </p:val>
                                        </p:tav>
                                        <p:tav tm="100000">
                                          <p:val>
                                            <p:strVal val="#ppt_y"/>
                                          </p:val>
                                        </p:tav>
                                      </p:tavLst>
                                    </p:anim>
                                  </p:childTnLst>
                                </p:cTn>
                              </p:par>
                              <p:par>
                                <p:cTn id="29" presetID="42" presetClass="entr" presetSubtype="0" fill="hold" nodeType="withEffect">
                                  <p:stCondLst>
                                    <p:cond delay="132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anim calcmode="lin" valueType="num">
                                      <p:cBhvr>
                                        <p:cTn id="32" dur="500" decel="100000" fill="hold"/>
                                        <p:tgtEl>
                                          <p:spTgt spid="9"/>
                                        </p:tgtEl>
                                        <p:attrNameLst>
                                          <p:attrName>ppt_x</p:attrName>
                                        </p:attrNameLst>
                                      </p:cBhvr>
                                      <p:tavLst>
                                        <p:tav tm="0">
                                          <p:val>
                                            <p:strVal val="#ppt_x"/>
                                          </p:val>
                                        </p:tav>
                                        <p:tav tm="100000">
                                          <p:val>
                                            <p:strVal val="#ppt_x"/>
                                          </p:val>
                                        </p:tav>
                                      </p:tavLst>
                                    </p:anim>
                                    <p:anim calcmode="lin" valueType="num">
                                      <p:cBhvr>
                                        <p:cTn id="33" dur="500" decel="100000" fill="hold"/>
                                        <p:tgtEl>
                                          <p:spTgt spid="9"/>
                                        </p:tgtEl>
                                        <p:attrNameLst>
                                          <p:attrName>ppt_y</p:attrName>
                                        </p:attrNameLst>
                                      </p:cBhvr>
                                      <p:tavLst>
                                        <p:tav tm="0">
                                          <p:val>
                                            <p:strVal val="#ppt_y+0.04"/>
                                          </p:val>
                                        </p:tav>
                                        <p:tav tm="100000">
                                          <p:val>
                                            <p:strVal val="#ppt_y"/>
                                          </p:val>
                                        </p:tav>
                                      </p:tavLst>
                                    </p:anim>
                                  </p:childTnLst>
                                </p:cTn>
                              </p:par>
                              <p:par>
                                <p:cTn id="34" presetID="42" presetClass="entr" presetSubtype="0" fill="hold" nodeType="withEffect">
                                  <p:stCondLst>
                                    <p:cond delay="154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anim calcmode="lin" valueType="num">
                                      <p:cBhvr>
                                        <p:cTn id="37" dur="500" decel="100000" fill="hold"/>
                                        <p:tgtEl>
                                          <p:spTgt spid="10"/>
                                        </p:tgtEl>
                                        <p:attrNameLst>
                                          <p:attrName>ppt_x</p:attrName>
                                        </p:attrNameLst>
                                      </p:cBhvr>
                                      <p:tavLst>
                                        <p:tav tm="0">
                                          <p:val>
                                            <p:strVal val="#ppt_x"/>
                                          </p:val>
                                        </p:tav>
                                        <p:tav tm="100000">
                                          <p:val>
                                            <p:strVal val="#ppt_x"/>
                                          </p:val>
                                        </p:tav>
                                      </p:tavLst>
                                    </p:anim>
                                    <p:anim calcmode="lin" valueType="num">
                                      <p:cBhvr>
                                        <p:cTn id="38" dur="500" decel="100000" fill="hold"/>
                                        <p:tgtEl>
                                          <p:spTgt spid="10"/>
                                        </p:tgtEl>
                                        <p:attrNameLst>
                                          <p:attrName>ppt_y</p:attrName>
                                        </p:attrNameLst>
                                      </p:cBhvr>
                                      <p:tavLst>
                                        <p:tav tm="0">
                                          <p:val>
                                            <p:strVal val="#ppt_y+0.04"/>
                                          </p:val>
                                        </p:tav>
                                        <p:tav tm="100000">
                                          <p:val>
                                            <p:strVal val="#ppt_y"/>
                                          </p:val>
                                        </p:tav>
                                      </p:tavLst>
                                    </p:anim>
                                  </p:childTnLst>
                                </p:cTn>
                              </p:par>
                              <p:par>
                                <p:cTn id="39" presetID="22" presetClass="entr" presetSubtype="4" fill="hold" nodeType="withEffect">
                                  <p:stCondLst>
                                    <p:cond delay="1760"/>
                                  </p:stCondLst>
                                  <p:childTnLst>
                                    <p:set>
                                      <p:cBhvr>
                                        <p:cTn id="40" dur="1" fill="hold">
                                          <p:stCondLst>
                                            <p:cond delay="0"/>
                                          </p:stCondLst>
                                        </p:cTn>
                                        <p:tgtEl>
                                          <p:spTgt spid="11"/>
                                        </p:tgtEl>
                                        <p:attrNameLst>
                                          <p:attrName>style.visibility</p:attrName>
                                        </p:attrNameLst>
                                      </p:cBhvr>
                                      <p:to>
                                        <p:strVal val="visible"/>
                                      </p:to>
                                    </p:set>
                                    <p:animEffect transition="in" filter="wipe(up)">
                                      <p:cBhvr>
                                        <p:cTn id="41" dur="6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727200"/>
            <a:ext cx="5359400" cy="1282700"/>
          </a:xfrm>
          <a:prstGeom prst="rect">
            <a:avLst/>
          </a:prstGeom>
        </p:spPr>
      </p:pic>
      <p:pic>
        <p:nvPicPr>
          <p:cNvPr id="4" name="Picture 3" descr="image.jpg"/>
          <p:cNvPicPr>
            <a:picLocks noChangeAspect="1"/>
          </p:cNvPicPr>
          <p:nvPr/>
        </p:nvPicPr>
        <p:blipFill>
          <a:blip r:embed="rId4"/>
          <a:stretch>
            <a:fillRect/>
          </a:stretch>
        </p:blipFill>
        <p:spPr>
          <a:xfrm>
            <a:off x="6159500" y="1727200"/>
            <a:ext cx="5359400" cy="1282700"/>
          </a:xfrm>
          <a:prstGeom prst="rect">
            <a:avLst/>
          </a:prstGeom>
        </p:spPr>
      </p:pic>
      <p:pic>
        <p:nvPicPr>
          <p:cNvPr id="5" name="Picture 4" descr="image.jpg"/>
          <p:cNvPicPr>
            <a:picLocks noChangeAspect="1"/>
          </p:cNvPicPr>
          <p:nvPr/>
        </p:nvPicPr>
        <p:blipFill>
          <a:blip r:embed="rId5"/>
          <a:stretch>
            <a:fillRect/>
          </a:stretch>
        </p:blipFill>
        <p:spPr>
          <a:xfrm>
            <a:off x="673100" y="3187700"/>
            <a:ext cx="5359400" cy="1282700"/>
          </a:xfrm>
          <a:prstGeom prst="rect">
            <a:avLst/>
          </a:prstGeom>
        </p:spPr>
      </p:pic>
      <p:pic>
        <p:nvPicPr>
          <p:cNvPr id="6" name="Picture 5" descr="image.jpg"/>
          <p:cNvPicPr>
            <a:picLocks noChangeAspect="1"/>
          </p:cNvPicPr>
          <p:nvPr/>
        </p:nvPicPr>
        <p:blipFill>
          <a:blip r:embed="rId6"/>
          <a:stretch>
            <a:fillRect/>
          </a:stretch>
        </p:blipFill>
        <p:spPr>
          <a:xfrm>
            <a:off x="6159500" y="3187700"/>
            <a:ext cx="5359400" cy="1282700"/>
          </a:xfrm>
          <a:prstGeom prst="rect">
            <a:avLst/>
          </a:prstGeom>
        </p:spPr>
      </p:pic>
      <p:pic>
        <p:nvPicPr>
          <p:cNvPr id="7" name="Picture 6" descr="image.jpg"/>
          <p:cNvPicPr>
            <a:picLocks noChangeAspect="1"/>
          </p:cNvPicPr>
          <p:nvPr/>
        </p:nvPicPr>
        <p:blipFill>
          <a:blip r:embed="rId7"/>
          <a:stretch>
            <a:fillRect/>
          </a:stretch>
        </p:blipFill>
        <p:spPr>
          <a:xfrm>
            <a:off x="673100" y="4648200"/>
            <a:ext cx="5359400" cy="1282700"/>
          </a:xfrm>
          <a:prstGeom prst="rect">
            <a:avLst/>
          </a:prstGeom>
        </p:spPr>
      </p:pic>
      <p:pic>
        <p:nvPicPr>
          <p:cNvPr id="8" name="Picture 7" descr="image.jpg"/>
          <p:cNvPicPr>
            <a:picLocks noChangeAspect="1"/>
          </p:cNvPicPr>
          <p:nvPr/>
        </p:nvPicPr>
        <p:blipFill>
          <a:blip r:embed="rId8"/>
          <a:stretch>
            <a:fillRect/>
          </a:stretch>
        </p:blipFill>
        <p:spPr>
          <a:xfrm>
            <a:off x="6159500" y="4648200"/>
            <a:ext cx="5359400" cy="12827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par>
                                <p:cTn id="20" presetID="42" presetClass="entr" presetSubtype="0" fill="hold" nodeType="withEffect">
                                  <p:stCondLst>
                                    <p:cond delay="6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04"/>
                                          </p:val>
                                        </p:tav>
                                        <p:tav tm="100000">
                                          <p:val>
                                            <p:strVal val="#ppt_y"/>
                                          </p:val>
                                        </p:tav>
                                      </p:tavLst>
                                    </p:anim>
                                  </p:childTnLst>
                                </p:cTn>
                              </p:par>
                              <p:par>
                                <p:cTn id="25" presetID="42" presetClass="entr" presetSubtype="0" fill="hold" nodeType="withEffect">
                                  <p:stCondLst>
                                    <p:cond delay="88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04"/>
                                          </p:val>
                                        </p:tav>
                                        <p:tav tm="100000">
                                          <p:val>
                                            <p:strVal val="#ppt_y"/>
                                          </p:val>
                                        </p:tav>
                                      </p:tavLst>
                                    </p:anim>
                                  </p:childTnLst>
                                </p:cTn>
                              </p:par>
                              <p:par>
                                <p:cTn id="30" presetID="42" presetClass="entr" presetSubtype="0" fill="hold" nodeType="withEffect">
                                  <p:stCondLst>
                                    <p:cond delay="110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decel="100000" fill="hold"/>
                                        <p:tgtEl>
                                          <p:spTgt spid="8"/>
                                        </p:tgtEl>
                                        <p:attrNameLst>
                                          <p:attrName>ppt_x</p:attrName>
                                        </p:attrNameLst>
                                      </p:cBhvr>
                                      <p:tavLst>
                                        <p:tav tm="0">
                                          <p:val>
                                            <p:strVal val="#ppt_x"/>
                                          </p:val>
                                        </p:tav>
                                        <p:tav tm="100000">
                                          <p:val>
                                            <p:strVal val="#ppt_x"/>
                                          </p:val>
                                        </p:tav>
                                      </p:tavLst>
                                    </p:anim>
                                    <p:anim calcmode="lin" valueType="num">
                                      <p:cBhvr>
                                        <p:cTn id="34" dur="5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7835900" y="1549400"/>
            <a:ext cx="3886200" cy="2616200"/>
          </a:xfrm>
          <a:prstGeom prst="rect">
            <a:avLst/>
          </a:prstGeom>
        </p:spPr>
      </p:pic>
      <p:pic>
        <p:nvPicPr>
          <p:cNvPr id="4" name="Picture 3" descr="image.jpg"/>
          <p:cNvPicPr>
            <a:picLocks noChangeAspect="1"/>
          </p:cNvPicPr>
          <p:nvPr/>
        </p:nvPicPr>
        <p:blipFill>
          <a:blip r:embed="rId4"/>
          <a:stretch>
            <a:fillRect/>
          </a:stretch>
        </p:blipFill>
        <p:spPr>
          <a:xfrm>
            <a:off x="1485900" y="2692400"/>
            <a:ext cx="838200" cy="127000"/>
          </a:xfrm>
          <a:prstGeom prst="rect">
            <a:avLst/>
          </a:prstGeom>
        </p:spPr>
      </p:pic>
      <p:pic>
        <p:nvPicPr>
          <p:cNvPr id="5" name="Picture 4" descr="image.jpg"/>
          <p:cNvPicPr>
            <a:picLocks noChangeAspect="1"/>
          </p:cNvPicPr>
          <p:nvPr/>
        </p:nvPicPr>
        <p:blipFill>
          <a:blip r:embed="rId5"/>
          <a:stretch>
            <a:fillRect/>
          </a:stretch>
        </p:blipFill>
        <p:spPr>
          <a:xfrm>
            <a:off x="1485900" y="2882900"/>
            <a:ext cx="8331200" cy="666750"/>
          </a:xfrm>
          <a:prstGeom prst="rect">
            <a:avLst/>
          </a:prstGeom>
        </p:spPr>
      </p:pic>
      <p:pic>
        <p:nvPicPr>
          <p:cNvPr id="6" name="Picture 5" descr="image.jpg"/>
          <p:cNvPicPr>
            <a:picLocks noChangeAspect="1"/>
          </p:cNvPicPr>
          <p:nvPr/>
        </p:nvPicPr>
        <p:blipFill>
          <a:blip r:embed="rId6"/>
          <a:stretch>
            <a:fillRect/>
          </a:stretch>
        </p:blipFill>
        <p:spPr>
          <a:xfrm>
            <a:off x="1485900" y="3771900"/>
            <a:ext cx="7696200" cy="323850"/>
          </a:xfrm>
          <a:prstGeom prst="rect">
            <a:avLst/>
          </a:prstGeom>
        </p:spPr>
      </p:pic>
      <p:pic>
        <p:nvPicPr>
          <p:cNvPr id="7" name="Picture 6" descr="image.jpg"/>
          <p:cNvPicPr>
            <a:picLocks noChangeAspect="1"/>
          </p:cNvPicPr>
          <p:nvPr/>
        </p:nvPicPr>
        <p:blipFill>
          <a:blip r:embed="rId7"/>
          <a:stretch>
            <a:fillRect/>
          </a:stretch>
        </p:blipFill>
        <p:spPr>
          <a:xfrm>
            <a:off x="1485900" y="4064000"/>
            <a:ext cx="7696200" cy="323850"/>
          </a:xfrm>
          <a:prstGeom prst="rect">
            <a:avLst/>
          </a:prstGeom>
        </p:spPr>
      </p:pic>
      <p:pic>
        <p:nvPicPr>
          <p:cNvPr id="8" name="Picture 7" descr="image.jpg"/>
          <p:cNvPicPr>
            <a:picLocks noChangeAspect="1"/>
          </p:cNvPicPr>
          <p:nvPr/>
        </p:nvPicPr>
        <p:blipFill>
          <a:blip r:embed="rId8"/>
          <a:stretch>
            <a:fillRect/>
          </a:stretch>
        </p:blipFill>
        <p:spPr>
          <a:xfrm>
            <a:off x="1485900" y="4356100"/>
            <a:ext cx="7696200" cy="323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22" presetClass="entr" presetSubtype="8"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wipe(right)">
                                      <p:cBhvr>
                                        <p:cTn id="12" dur="650"/>
                                        <p:tgtEl>
                                          <p:spTgt spid="4"/>
                                        </p:tgtEl>
                                      </p:cBhvr>
                                    </p:animEffect>
                                  </p:childTnLst>
                                </p:cTn>
                              </p:par>
                              <p:par>
                                <p:cTn id="13" presetID="42" presetClass="entr" presetSubtype="0"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66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88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42" presetClass="entr" presetSubtype="0"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decel="100000" fill="hold"/>
                                        <p:tgtEl>
                                          <p:spTgt spid="8"/>
                                        </p:tgtEl>
                                        <p:attrNameLst>
                                          <p:attrName>ppt_x</p:attrName>
                                        </p:attrNameLst>
                                      </p:cBhvr>
                                      <p:tavLst>
                                        <p:tav tm="0">
                                          <p:val>
                                            <p:strVal val="#ppt_x"/>
                                          </p:val>
                                        </p:tav>
                                        <p:tav tm="100000">
                                          <p:val>
                                            <p:strVal val="#ppt_x"/>
                                          </p:val>
                                        </p:tav>
                                      </p:tavLst>
                                    </p:anim>
                                    <p:anim calcmode="lin" valueType="num">
                                      <p:cBhvr>
                                        <p:cTn id="32" dur="5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1422400" y="1371600"/>
            <a:ext cx="215900" cy="215900"/>
          </a:xfrm>
          <a:prstGeom prst="rect">
            <a:avLst/>
          </a:prstGeom>
        </p:spPr>
      </p:pic>
      <p:pic>
        <p:nvPicPr>
          <p:cNvPr id="4" name="Picture 3" descr="image.jpg"/>
          <p:cNvPicPr>
            <a:picLocks noChangeAspect="1"/>
          </p:cNvPicPr>
          <p:nvPr/>
        </p:nvPicPr>
        <p:blipFill>
          <a:blip r:embed="rId4"/>
          <a:stretch>
            <a:fillRect/>
          </a:stretch>
        </p:blipFill>
        <p:spPr>
          <a:xfrm>
            <a:off x="1625600" y="1320800"/>
            <a:ext cx="2616200" cy="279400"/>
          </a:xfrm>
          <a:prstGeom prst="rect">
            <a:avLst/>
          </a:prstGeom>
        </p:spPr>
      </p:pic>
      <p:pic>
        <p:nvPicPr>
          <p:cNvPr id="5" name="Picture 4" descr="image.jpg"/>
          <p:cNvPicPr>
            <a:picLocks noChangeAspect="1"/>
          </p:cNvPicPr>
          <p:nvPr/>
        </p:nvPicPr>
        <p:blipFill>
          <a:blip r:embed="rId5"/>
          <a:stretch>
            <a:fillRect/>
          </a:stretch>
        </p:blipFill>
        <p:spPr>
          <a:xfrm>
            <a:off x="3556000" y="1371600"/>
            <a:ext cx="215900" cy="215900"/>
          </a:xfrm>
          <a:prstGeom prst="rect">
            <a:avLst/>
          </a:prstGeom>
        </p:spPr>
      </p:pic>
      <p:pic>
        <p:nvPicPr>
          <p:cNvPr id="6" name="Picture 5" descr="image.jpg"/>
          <p:cNvPicPr>
            <a:picLocks noChangeAspect="1"/>
          </p:cNvPicPr>
          <p:nvPr/>
        </p:nvPicPr>
        <p:blipFill>
          <a:blip r:embed="rId6"/>
          <a:stretch>
            <a:fillRect/>
          </a:stretch>
        </p:blipFill>
        <p:spPr>
          <a:xfrm>
            <a:off x="3759200" y="1320800"/>
            <a:ext cx="2616200" cy="279400"/>
          </a:xfrm>
          <a:prstGeom prst="rect">
            <a:avLst/>
          </a:prstGeom>
        </p:spPr>
      </p:pic>
      <p:pic>
        <p:nvPicPr>
          <p:cNvPr id="7" name="Picture 6" descr="image.jpg"/>
          <p:cNvPicPr>
            <a:picLocks noChangeAspect="1"/>
          </p:cNvPicPr>
          <p:nvPr/>
        </p:nvPicPr>
        <p:blipFill>
          <a:blip r:embed="rId7"/>
          <a:stretch>
            <a:fillRect/>
          </a:stretch>
        </p:blipFill>
        <p:spPr>
          <a:xfrm>
            <a:off x="850900" y="5003800"/>
            <a:ext cx="584200" cy="279400"/>
          </a:xfrm>
          <a:prstGeom prst="rect">
            <a:avLst/>
          </a:prstGeom>
        </p:spPr>
      </p:pic>
      <p:pic>
        <p:nvPicPr>
          <p:cNvPr id="8" name="Picture 7" descr="image.jpg"/>
          <p:cNvPicPr>
            <a:picLocks noChangeAspect="1"/>
          </p:cNvPicPr>
          <p:nvPr/>
        </p:nvPicPr>
        <p:blipFill>
          <a:blip r:embed="rId8"/>
          <a:stretch>
            <a:fillRect/>
          </a:stretch>
        </p:blipFill>
        <p:spPr>
          <a:xfrm>
            <a:off x="850900" y="4178300"/>
            <a:ext cx="584200" cy="279400"/>
          </a:xfrm>
          <a:prstGeom prst="rect">
            <a:avLst/>
          </a:prstGeom>
        </p:spPr>
      </p:pic>
      <p:pic>
        <p:nvPicPr>
          <p:cNvPr id="9" name="Picture 8" descr="image.jpg"/>
          <p:cNvPicPr>
            <a:picLocks noChangeAspect="1"/>
          </p:cNvPicPr>
          <p:nvPr/>
        </p:nvPicPr>
        <p:blipFill>
          <a:blip r:embed="rId9"/>
          <a:stretch>
            <a:fillRect/>
          </a:stretch>
        </p:blipFill>
        <p:spPr>
          <a:xfrm>
            <a:off x="850900" y="3352800"/>
            <a:ext cx="584200" cy="279400"/>
          </a:xfrm>
          <a:prstGeom prst="rect">
            <a:avLst/>
          </a:prstGeom>
        </p:spPr>
      </p:pic>
      <p:pic>
        <p:nvPicPr>
          <p:cNvPr id="10" name="Picture 9" descr="image.jpg"/>
          <p:cNvPicPr>
            <a:picLocks noChangeAspect="1"/>
          </p:cNvPicPr>
          <p:nvPr/>
        </p:nvPicPr>
        <p:blipFill>
          <a:blip r:embed="rId10"/>
          <a:stretch>
            <a:fillRect/>
          </a:stretch>
        </p:blipFill>
        <p:spPr>
          <a:xfrm>
            <a:off x="850900" y="2527300"/>
            <a:ext cx="584200" cy="279400"/>
          </a:xfrm>
          <a:prstGeom prst="rect">
            <a:avLst/>
          </a:prstGeom>
        </p:spPr>
      </p:pic>
      <p:pic>
        <p:nvPicPr>
          <p:cNvPr id="11" name="Picture 10" descr="image.jpg"/>
          <p:cNvPicPr>
            <a:picLocks noChangeAspect="1"/>
          </p:cNvPicPr>
          <p:nvPr/>
        </p:nvPicPr>
        <p:blipFill>
          <a:blip r:embed="rId11"/>
          <a:stretch>
            <a:fillRect/>
          </a:stretch>
        </p:blipFill>
        <p:spPr>
          <a:xfrm>
            <a:off x="850900" y="1701800"/>
            <a:ext cx="584200" cy="279400"/>
          </a:xfrm>
          <a:prstGeom prst="rect">
            <a:avLst/>
          </a:prstGeom>
        </p:spPr>
      </p:pic>
      <p:pic>
        <p:nvPicPr>
          <p:cNvPr id="12" name="Picture 11" descr="image.jpg"/>
          <p:cNvPicPr>
            <a:picLocks noChangeAspect="1"/>
          </p:cNvPicPr>
          <p:nvPr/>
        </p:nvPicPr>
        <p:blipFill>
          <a:blip r:embed="rId12"/>
          <a:stretch>
            <a:fillRect/>
          </a:stretch>
        </p:blipFill>
        <p:spPr>
          <a:xfrm>
            <a:off x="1422400" y="5105400"/>
            <a:ext cx="6426200" cy="95250"/>
          </a:xfrm>
          <a:prstGeom prst="rect">
            <a:avLst/>
          </a:prstGeom>
        </p:spPr>
      </p:pic>
      <p:pic>
        <p:nvPicPr>
          <p:cNvPr id="13" name="Picture 12" descr="image.jpg"/>
          <p:cNvPicPr>
            <a:picLocks noChangeAspect="1"/>
          </p:cNvPicPr>
          <p:nvPr/>
        </p:nvPicPr>
        <p:blipFill>
          <a:blip r:embed="rId13"/>
          <a:stretch>
            <a:fillRect/>
          </a:stretch>
        </p:blipFill>
        <p:spPr>
          <a:xfrm>
            <a:off x="1568450" y="3060700"/>
            <a:ext cx="431800" cy="2120900"/>
          </a:xfrm>
          <a:prstGeom prst="rect">
            <a:avLst/>
          </a:prstGeom>
        </p:spPr>
      </p:pic>
      <p:pic>
        <p:nvPicPr>
          <p:cNvPr id="14" name="Picture 13" descr="image.jpg"/>
          <p:cNvPicPr>
            <a:picLocks noChangeAspect="1"/>
          </p:cNvPicPr>
          <p:nvPr/>
        </p:nvPicPr>
        <p:blipFill>
          <a:blip r:embed="rId14"/>
          <a:stretch>
            <a:fillRect/>
          </a:stretch>
        </p:blipFill>
        <p:spPr>
          <a:xfrm>
            <a:off x="1441450" y="2844800"/>
            <a:ext cx="685800" cy="279400"/>
          </a:xfrm>
          <a:prstGeom prst="rect">
            <a:avLst/>
          </a:prstGeom>
        </p:spPr>
      </p:pic>
      <p:pic>
        <p:nvPicPr>
          <p:cNvPr id="15" name="Picture 14" descr="image.jpg"/>
          <p:cNvPicPr>
            <a:picLocks noChangeAspect="1"/>
          </p:cNvPicPr>
          <p:nvPr/>
        </p:nvPicPr>
        <p:blipFill>
          <a:blip r:embed="rId15"/>
          <a:stretch>
            <a:fillRect/>
          </a:stretch>
        </p:blipFill>
        <p:spPr>
          <a:xfrm>
            <a:off x="1974850" y="2019300"/>
            <a:ext cx="431800" cy="3162300"/>
          </a:xfrm>
          <a:prstGeom prst="rect">
            <a:avLst/>
          </a:prstGeom>
        </p:spPr>
      </p:pic>
      <p:pic>
        <p:nvPicPr>
          <p:cNvPr id="16" name="Picture 15" descr="image.jpg"/>
          <p:cNvPicPr>
            <a:picLocks noChangeAspect="1"/>
          </p:cNvPicPr>
          <p:nvPr/>
        </p:nvPicPr>
        <p:blipFill>
          <a:blip r:embed="rId16"/>
          <a:stretch>
            <a:fillRect/>
          </a:stretch>
        </p:blipFill>
        <p:spPr>
          <a:xfrm>
            <a:off x="1847850" y="1803400"/>
            <a:ext cx="685800" cy="279400"/>
          </a:xfrm>
          <a:prstGeom prst="rect">
            <a:avLst/>
          </a:prstGeom>
        </p:spPr>
      </p:pic>
      <p:pic>
        <p:nvPicPr>
          <p:cNvPr id="17" name="Picture 16" descr="image.jpg"/>
          <p:cNvPicPr>
            <a:picLocks noChangeAspect="1"/>
          </p:cNvPicPr>
          <p:nvPr/>
        </p:nvPicPr>
        <p:blipFill>
          <a:blip r:embed="rId17"/>
          <a:stretch>
            <a:fillRect/>
          </a:stretch>
        </p:blipFill>
        <p:spPr>
          <a:xfrm>
            <a:off x="1422400" y="5168900"/>
            <a:ext cx="1136650" cy="254000"/>
          </a:xfrm>
          <a:prstGeom prst="rect">
            <a:avLst/>
          </a:prstGeom>
        </p:spPr>
      </p:pic>
      <p:pic>
        <p:nvPicPr>
          <p:cNvPr id="18" name="Picture 17" descr="image.jpg"/>
          <p:cNvPicPr>
            <a:picLocks noChangeAspect="1"/>
          </p:cNvPicPr>
          <p:nvPr/>
        </p:nvPicPr>
        <p:blipFill>
          <a:blip r:embed="rId18"/>
          <a:stretch>
            <a:fillRect/>
          </a:stretch>
        </p:blipFill>
        <p:spPr>
          <a:xfrm>
            <a:off x="2628900" y="3187700"/>
            <a:ext cx="431800" cy="1993900"/>
          </a:xfrm>
          <a:prstGeom prst="rect">
            <a:avLst/>
          </a:prstGeom>
        </p:spPr>
      </p:pic>
      <p:pic>
        <p:nvPicPr>
          <p:cNvPr id="19" name="Picture 18" descr="image.jpg"/>
          <p:cNvPicPr>
            <a:picLocks noChangeAspect="1"/>
          </p:cNvPicPr>
          <p:nvPr/>
        </p:nvPicPr>
        <p:blipFill>
          <a:blip r:embed="rId19"/>
          <a:stretch>
            <a:fillRect/>
          </a:stretch>
        </p:blipFill>
        <p:spPr>
          <a:xfrm>
            <a:off x="2501900" y="2971800"/>
            <a:ext cx="685800" cy="279400"/>
          </a:xfrm>
          <a:prstGeom prst="rect">
            <a:avLst/>
          </a:prstGeom>
        </p:spPr>
      </p:pic>
      <p:pic>
        <p:nvPicPr>
          <p:cNvPr id="20" name="Picture 19" descr="image.jpg"/>
          <p:cNvPicPr>
            <a:picLocks noChangeAspect="1"/>
          </p:cNvPicPr>
          <p:nvPr/>
        </p:nvPicPr>
        <p:blipFill>
          <a:blip r:embed="rId20"/>
          <a:stretch>
            <a:fillRect/>
          </a:stretch>
        </p:blipFill>
        <p:spPr>
          <a:xfrm>
            <a:off x="3035300" y="3968750"/>
            <a:ext cx="431800" cy="1212850"/>
          </a:xfrm>
          <a:prstGeom prst="rect">
            <a:avLst/>
          </a:prstGeom>
        </p:spPr>
      </p:pic>
      <p:pic>
        <p:nvPicPr>
          <p:cNvPr id="21" name="Picture 20" descr="image.jpg"/>
          <p:cNvPicPr>
            <a:picLocks noChangeAspect="1"/>
          </p:cNvPicPr>
          <p:nvPr/>
        </p:nvPicPr>
        <p:blipFill>
          <a:blip r:embed="rId21"/>
          <a:stretch>
            <a:fillRect/>
          </a:stretch>
        </p:blipFill>
        <p:spPr>
          <a:xfrm>
            <a:off x="2908300" y="3752850"/>
            <a:ext cx="685800" cy="279400"/>
          </a:xfrm>
          <a:prstGeom prst="rect">
            <a:avLst/>
          </a:prstGeom>
        </p:spPr>
      </p:pic>
      <p:pic>
        <p:nvPicPr>
          <p:cNvPr id="22" name="Picture 21" descr="image.jpg"/>
          <p:cNvPicPr>
            <a:picLocks noChangeAspect="1"/>
          </p:cNvPicPr>
          <p:nvPr/>
        </p:nvPicPr>
        <p:blipFill>
          <a:blip r:embed="rId22"/>
          <a:stretch>
            <a:fillRect/>
          </a:stretch>
        </p:blipFill>
        <p:spPr>
          <a:xfrm>
            <a:off x="2482850" y="5168900"/>
            <a:ext cx="1136650" cy="254000"/>
          </a:xfrm>
          <a:prstGeom prst="rect">
            <a:avLst/>
          </a:prstGeom>
        </p:spPr>
      </p:pic>
      <p:pic>
        <p:nvPicPr>
          <p:cNvPr id="23" name="Picture 22" descr="image.jpg"/>
          <p:cNvPicPr>
            <a:picLocks noChangeAspect="1"/>
          </p:cNvPicPr>
          <p:nvPr/>
        </p:nvPicPr>
        <p:blipFill>
          <a:blip r:embed="rId23"/>
          <a:stretch>
            <a:fillRect/>
          </a:stretch>
        </p:blipFill>
        <p:spPr>
          <a:xfrm>
            <a:off x="3689350" y="3517900"/>
            <a:ext cx="431800" cy="1663700"/>
          </a:xfrm>
          <a:prstGeom prst="rect">
            <a:avLst/>
          </a:prstGeom>
        </p:spPr>
      </p:pic>
      <p:pic>
        <p:nvPicPr>
          <p:cNvPr id="24" name="Picture 23" descr="image.jpg"/>
          <p:cNvPicPr>
            <a:picLocks noChangeAspect="1"/>
          </p:cNvPicPr>
          <p:nvPr/>
        </p:nvPicPr>
        <p:blipFill>
          <a:blip r:embed="rId24"/>
          <a:stretch>
            <a:fillRect/>
          </a:stretch>
        </p:blipFill>
        <p:spPr>
          <a:xfrm>
            <a:off x="3562350" y="3302000"/>
            <a:ext cx="685800" cy="279400"/>
          </a:xfrm>
          <a:prstGeom prst="rect">
            <a:avLst/>
          </a:prstGeom>
        </p:spPr>
      </p:pic>
      <p:pic>
        <p:nvPicPr>
          <p:cNvPr id="25" name="Picture 24" descr="image.jpg"/>
          <p:cNvPicPr>
            <a:picLocks noChangeAspect="1"/>
          </p:cNvPicPr>
          <p:nvPr/>
        </p:nvPicPr>
        <p:blipFill>
          <a:blip r:embed="rId25"/>
          <a:stretch>
            <a:fillRect/>
          </a:stretch>
        </p:blipFill>
        <p:spPr>
          <a:xfrm>
            <a:off x="4095750" y="3568700"/>
            <a:ext cx="431800" cy="1612900"/>
          </a:xfrm>
          <a:prstGeom prst="rect">
            <a:avLst/>
          </a:prstGeom>
        </p:spPr>
      </p:pic>
      <p:pic>
        <p:nvPicPr>
          <p:cNvPr id="26" name="Picture 25" descr="image.jpg"/>
          <p:cNvPicPr>
            <a:picLocks noChangeAspect="1"/>
          </p:cNvPicPr>
          <p:nvPr/>
        </p:nvPicPr>
        <p:blipFill>
          <a:blip r:embed="rId26"/>
          <a:stretch>
            <a:fillRect/>
          </a:stretch>
        </p:blipFill>
        <p:spPr>
          <a:xfrm>
            <a:off x="3968750" y="3352800"/>
            <a:ext cx="685800" cy="279400"/>
          </a:xfrm>
          <a:prstGeom prst="rect">
            <a:avLst/>
          </a:prstGeom>
        </p:spPr>
      </p:pic>
      <p:pic>
        <p:nvPicPr>
          <p:cNvPr id="27" name="Picture 26" descr="image.jpg"/>
          <p:cNvPicPr>
            <a:picLocks noChangeAspect="1"/>
          </p:cNvPicPr>
          <p:nvPr/>
        </p:nvPicPr>
        <p:blipFill>
          <a:blip r:embed="rId27"/>
          <a:stretch>
            <a:fillRect/>
          </a:stretch>
        </p:blipFill>
        <p:spPr>
          <a:xfrm>
            <a:off x="3536950" y="5168900"/>
            <a:ext cx="1136650" cy="254000"/>
          </a:xfrm>
          <a:prstGeom prst="rect">
            <a:avLst/>
          </a:prstGeom>
        </p:spPr>
      </p:pic>
      <p:pic>
        <p:nvPicPr>
          <p:cNvPr id="28" name="Picture 27" descr="image.jpg"/>
          <p:cNvPicPr>
            <a:picLocks noChangeAspect="1"/>
          </p:cNvPicPr>
          <p:nvPr/>
        </p:nvPicPr>
        <p:blipFill>
          <a:blip r:embed="rId28"/>
          <a:stretch>
            <a:fillRect/>
          </a:stretch>
        </p:blipFill>
        <p:spPr>
          <a:xfrm>
            <a:off x="4743450" y="3898900"/>
            <a:ext cx="431800" cy="1282700"/>
          </a:xfrm>
          <a:prstGeom prst="rect">
            <a:avLst/>
          </a:prstGeom>
        </p:spPr>
      </p:pic>
      <p:pic>
        <p:nvPicPr>
          <p:cNvPr id="29" name="Picture 28" descr="image.jpg"/>
          <p:cNvPicPr>
            <a:picLocks noChangeAspect="1"/>
          </p:cNvPicPr>
          <p:nvPr/>
        </p:nvPicPr>
        <p:blipFill>
          <a:blip r:embed="rId29"/>
          <a:stretch>
            <a:fillRect/>
          </a:stretch>
        </p:blipFill>
        <p:spPr>
          <a:xfrm>
            <a:off x="4616450" y="3683000"/>
            <a:ext cx="685800" cy="279400"/>
          </a:xfrm>
          <a:prstGeom prst="rect">
            <a:avLst/>
          </a:prstGeom>
        </p:spPr>
      </p:pic>
      <p:pic>
        <p:nvPicPr>
          <p:cNvPr id="30" name="Picture 29" descr="image.jpg"/>
          <p:cNvPicPr>
            <a:picLocks noChangeAspect="1"/>
          </p:cNvPicPr>
          <p:nvPr/>
        </p:nvPicPr>
        <p:blipFill>
          <a:blip r:embed="rId30"/>
          <a:stretch>
            <a:fillRect/>
          </a:stretch>
        </p:blipFill>
        <p:spPr>
          <a:xfrm>
            <a:off x="5149850" y="4425950"/>
            <a:ext cx="431800" cy="755650"/>
          </a:xfrm>
          <a:prstGeom prst="rect">
            <a:avLst/>
          </a:prstGeom>
        </p:spPr>
      </p:pic>
      <p:pic>
        <p:nvPicPr>
          <p:cNvPr id="31" name="Picture 30" descr="image.jpg"/>
          <p:cNvPicPr>
            <a:picLocks noChangeAspect="1"/>
          </p:cNvPicPr>
          <p:nvPr/>
        </p:nvPicPr>
        <p:blipFill>
          <a:blip r:embed="rId31"/>
          <a:stretch>
            <a:fillRect/>
          </a:stretch>
        </p:blipFill>
        <p:spPr>
          <a:xfrm>
            <a:off x="5022850" y="4210050"/>
            <a:ext cx="685800" cy="279400"/>
          </a:xfrm>
          <a:prstGeom prst="rect">
            <a:avLst/>
          </a:prstGeom>
        </p:spPr>
      </p:pic>
      <p:pic>
        <p:nvPicPr>
          <p:cNvPr id="32" name="Picture 31" descr="image.jpg"/>
          <p:cNvPicPr>
            <a:picLocks noChangeAspect="1"/>
          </p:cNvPicPr>
          <p:nvPr/>
        </p:nvPicPr>
        <p:blipFill>
          <a:blip r:embed="rId32"/>
          <a:stretch>
            <a:fillRect/>
          </a:stretch>
        </p:blipFill>
        <p:spPr>
          <a:xfrm>
            <a:off x="4597400" y="5168900"/>
            <a:ext cx="1136650" cy="254000"/>
          </a:xfrm>
          <a:prstGeom prst="rect">
            <a:avLst/>
          </a:prstGeom>
        </p:spPr>
      </p:pic>
      <p:pic>
        <p:nvPicPr>
          <p:cNvPr id="33" name="Picture 32" descr="image.jpg"/>
          <p:cNvPicPr>
            <a:picLocks noChangeAspect="1"/>
          </p:cNvPicPr>
          <p:nvPr/>
        </p:nvPicPr>
        <p:blipFill>
          <a:blip r:embed="rId33"/>
          <a:stretch>
            <a:fillRect/>
          </a:stretch>
        </p:blipFill>
        <p:spPr>
          <a:xfrm>
            <a:off x="5803900" y="4298950"/>
            <a:ext cx="431800" cy="882650"/>
          </a:xfrm>
          <a:prstGeom prst="rect">
            <a:avLst/>
          </a:prstGeom>
        </p:spPr>
      </p:pic>
      <p:pic>
        <p:nvPicPr>
          <p:cNvPr id="34" name="Picture 33" descr="image.jpg"/>
          <p:cNvPicPr>
            <a:picLocks noChangeAspect="1"/>
          </p:cNvPicPr>
          <p:nvPr/>
        </p:nvPicPr>
        <p:blipFill>
          <a:blip r:embed="rId34"/>
          <a:stretch>
            <a:fillRect/>
          </a:stretch>
        </p:blipFill>
        <p:spPr>
          <a:xfrm>
            <a:off x="5676900" y="4083050"/>
            <a:ext cx="685800" cy="279400"/>
          </a:xfrm>
          <a:prstGeom prst="rect">
            <a:avLst/>
          </a:prstGeom>
        </p:spPr>
      </p:pic>
      <p:pic>
        <p:nvPicPr>
          <p:cNvPr id="35" name="Picture 34" descr="image.jpg"/>
          <p:cNvPicPr>
            <a:picLocks noChangeAspect="1"/>
          </p:cNvPicPr>
          <p:nvPr/>
        </p:nvPicPr>
        <p:blipFill>
          <a:blip r:embed="rId35"/>
          <a:stretch>
            <a:fillRect/>
          </a:stretch>
        </p:blipFill>
        <p:spPr>
          <a:xfrm>
            <a:off x="6210300" y="3981450"/>
            <a:ext cx="431800" cy="1200150"/>
          </a:xfrm>
          <a:prstGeom prst="rect">
            <a:avLst/>
          </a:prstGeom>
        </p:spPr>
      </p:pic>
      <p:pic>
        <p:nvPicPr>
          <p:cNvPr id="36" name="Picture 35" descr="image.jpg"/>
          <p:cNvPicPr>
            <a:picLocks noChangeAspect="1"/>
          </p:cNvPicPr>
          <p:nvPr/>
        </p:nvPicPr>
        <p:blipFill>
          <a:blip r:embed="rId36"/>
          <a:stretch>
            <a:fillRect/>
          </a:stretch>
        </p:blipFill>
        <p:spPr>
          <a:xfrm>
            <a:off x="6083300" y="3765550"/>
            <a:ext cx="685800" cy="279400"/>
          </a:xfrm>
          <a:prstGeom prst="rect">
            <a:avLst/>
          </a:prstGeom>
        </p:spPr>
      </p:pic>
      <p:pic>
        <p:nvPicPr>
          <p:cNvPr id="37" name="Picture 36" descr="image.jpg"/>
          <p:cNvPicPr>
            <a:picLocks noChangeAspect="1"/>
          </p:cNvPicPr>
          <p:nvPr/>
        </p:nvPicPr>
        <p:blipFill>
          <a:blip r:embed="rId37"/>
          <a:stretch>
            <a:fillRect/>
          </a:stretch>
        </p:blipFill>
        <p:spPr>
          <a:xfrm>
            <a:off x="5657850" y="5168900"/>
            <a:ext cx="1136650" cy="254000"/>
          </a:xfrm>
          <a:prstGeom prst="rect">
            <a:avLst/>
          </a:prstGeom>
        </p:spPr>
      </p:pic>
      <p:pic>
        <p:nvPicPr>
          <p:cNvPr id="38" name="Picture 37" descr="image.jpg"/>
          <p:cNvPicPr>
            <a:picLocks noChangeAspect="1"/>
          </p:cNvPicPr>
          <p:nvPr/>
        </p:nvPicPr>
        <p:blipFill>
          <a:blip r:embed="rId38"/>
          <a:stretch>
            <a:fillRect/>
          </a:stretch>
        </p:blipFill>
        <p:spPr>
          <a:xfrm>
            <a:off x="6864350" y="4394200"/>
            <a:ext cx="431800" cy="787400"/>
          </a:xfrm>
          <a:prstGeom prst="rect">
            <a:avLst/>
          </a:prstGeom>
        </p:spPr>
      </p:pic>
      <p:pic>
        <p:nvPicPr>
          <p:cNvPr id="39" name="Picture 38" descr="image.jpg"/>
          <p:cNvPicPr>
            <a:picLocks noChangeAspect="1"/>
          </p:cNvPicPr>
          <p:nvPr/>
        </p:nvPicPr>
        <p:blipFill>
          <a:blip r:embed="rId39"/>
          <a:stretch>
            <a:fillRect/>
          </a:stretch>
        </p:blipFill>
        <p:spPr>
          <a:xfrm>
            <a:off x="6737350" y="4178300"/>
            <a:ext cx="685800" cy="279400"/>
          </a:xfrm>
          <a:prstGeom prst="rect">
            <a:avLst/>
          </a:prstGeom>
        </p:spPr>
      </p:pic>
      <p:pic>
        <p:nvPicPr>
          <p:cNvPr id="40" name="Picture 39" descr="image.jpg"/>
          <p:cNvPicPr>
            <a:picLocks noChangeAspect="1"/>
          </p:cNvPicPr>
          <p:nvPr/>
        </p:nvPicPr>
        <p:blipFill>
          <a:blip r:embed="rId40"/>
          <a:stretch>
            <a:fillRect/>
          </a:stretch>
        </p:blipFill>
        <p:spPr>
          <a:xfrm>
            <a:off x="7270750" y="3816350"/>
            <a:ext cx="431800" cy="1365250"/>
          </a:xfrm>
          <a:prstGeom prst="rect">
            <a:avLst/>
          </a:prstGeom>
        </p:spPr>
      </p:pic>
      <p:pic>
        <p:nvPicPr>
          <p:cNvPr id="41" name="Picture 40" descr="image.jpg"/>
          <p:cNvPicPr>
            <a:picLocks noChangeAspect="1"/>
          </p:cNvPicPr>
          <p:nvPr/>
        </p:nvPicPr>
        <p:blipFill>
          <a:blip r:embed="rId41"/>
          <a:stretch>
            <a:fillRect/>
          </a:stretch>
        </p:blipFill>
        <p:spPr>
          <a:xfrm>
            <a:off x="7143750" y="3600450"/>
            <a:ext cx="685800" cy="279400"/>
          </a:xfrm>
          <a:prstGeom prst="rect">
            <a:avLst/>
          </a:prstGeom>
        </p:spPr>
      </p:pic>
      <p:pic>
        <p:nvPicPr>
          <p:cNvPr id="42" name="Picture 41" descr="image.jpg"/>
          <p:cNvPicPr>
            <a:picLocks noChangeAspect="1"/>
          </p:cNvPicPr>
          <p:nvPr/>
        </p:nvPicPr>
        <p:blipFill>
          <a:blip r:embed="rId42"/>
          <a:stretch>
            <a:fillRect/>
          </a:stretch>
        </p:blipFill>
        <p:spPr>
          <a:xfrm>
            <a:off x="6711950" y="5168900"/>
            <a:ext cx="1136650" cy="254000"/>
          </a:xfrm>
          <a:prstGeom prst="rect">
            <a:avLst/>
          </a:prstGeom>
        </p:spPr>
      </p:pic>
      <p:pic>
        <p:nvPicPr>
          <p:cNvPr id="43" name="Picture 42" descr="image.jpg"/>
          <p:cNvPicPr>
            <a:picLocks noChangeAspect="1"/>
          </p:cNvPicPr>
          <p:nvPr/>
        </p:nvPicPr>
        <p:blipFill>
          <a:blip r:embed="rId43"/>
          <a:stretch>
            <a:fillRect/>
          </a:stretch>
        </p:blipFill>
        <p:spPr>
          <a:xfrm>
            <a:off x="1422400" y="5676900"/>
            <a:ext cx="6426200" cy="260350"/>
          </a:xfrm>
          <a:prstGeom prst="rect">
            <a:avLst/>
          </a:prstGeom>
        </p:spPr>
      </p:pic>
      <p:pic>
        <p:nvPicPr>
          <p:cNvPr id="44" name="Picture 43" descr="image.jpg"/>
          <p:cNvPicPr>
            <a:picLocks noChangeAspect="1"/>
          </p:cNvPicPr>
          <p:nvPr/>
        </p:nvPicPr>
        <p:blipFill>
          <a:blip r:embed="rId44"/>
          <a:stretch>
            <a:fillRect/>
          </a:stretch>
        </p:blipFill>
        <p:spPr>
          <a:xfrm>
            <a:off x="1549400" y="1784350"/>
            <a:ext cx="1028700" cy="3429000"/>
          </a:xfrm>
          <a:prstGeom prst="rect">
            <a:avLst/>
          </a:prstGeom>
        </p:spPr>
      </p:pic>
      <p:pic>
        <p:nvPicPr>
          <p:cNvPr id="45" name="Picture 44" descr="image.jpg"/>
          <p:cNvPicPr>
            <a:picLocks noChangeAspect="1"/>
          </p:cNvPicPr>
          <p:nvPr/>
        </p:nvPicPr>
        <p:blipFill>
          <a:blip r:embed="rId45"/>
          <a:stretch>
            <a:fillRect/>
          </a:stretch>
        </p:blipFill>
        <p:spPr>
          <a:xfrm>
            <a:off x="8343900" y="1549400"/>
            <a:ext cx="3187700" cy="1600200"/>
          </a:xfrm>
          <a:prstGeom prst="rect">
            <a:avLst/>
          </a:prstGeom>
        </p:spPr>
      </p:pic>
      <p:pic>
        <p:nvPicPr>
          <p:cNvPr id="46" name="Picture 45" descr="image.jpg"/>
          <p:cNvPicPr>
            <a:picLocks noChangeAspect="1"/>
          </p:cNvPicPr>
          <p:nvPr/>
        </p:nvPicPr>
        <p:blipFill>
          <a:blip r:embed="rId46"/>
          <a:stretch>
            <a:fillRect/>
          </a:stretch>
        </p:blipFill>
        <p:spPr>
          <a:xfrm>
            <a:off x="8343900" y="3517900"/>
            <a:ext cx="3187700" cy="1600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42" presetClass="entr" presetSubtype="0" fill="hold" nodeType="withEffect">
                                  <p:stCondLst>
                                    <p:cond delay="84"/>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anim calcmode="lin" valueType="num">
                                      <p:cBhvr>
                                        <p:cTn id="11" dur="500" decel="100000" fill="hold"/>
                                        <p:tgtEl>
                                          <p:spTgt spid="4"/>
                                        </p:tgtEl>
                                        <p:attrNameLst>
                                          <p:attrName>ppt_x</p:attrName>
                                        </p:attrNameLst>
                                      </p:cBhvr>
                                      <p:tavLst>
                                        <p:tav tm="0">
                                          <p:val>
                                            <p:strVal val="#ppt_x"/>
                                          </p:val>
                                        </p:tav>
                                        <p:tav tm="100000">
                                          <p:val>
                                            <p:strVal val="#ppt_x"/>
                                          </p:val>
                                        </p:tav>
                                      </p:tavLst>
                                    </p:anim>
                                    <p:anim calcmode="lin" valueType="num">
                                      <p:cBhvr>
                                        <p:cTn id="12" dur="500" decel="100000" fill="hold"/>
                                        <p:tgtEl>
                                          <p:spTgt spid="4"/>
                                        </p:tgtEl>
                                        <p:attrNameLst>
                                          <p:attrName>ppt_y</p:attrName>
                                        </p:attrNameLst>
                                      </p:cBhvr>
                                      <p:tavLst>
                                        <p:tav tm="0">
                                          <p:val>
                                            <p:strVal val="#ppt_y+0.04"/>
                                          </p:val>
                                        </p:tav>
                                        <p:tav tm="100000">
                                          <p:val>
                                            <p:strVal val="#ppt_y"/>
                                          </p:val>
                                        </p:tav>
                                      </p:tavLst>
                                    </p:anim>
                                  </p:childTnLst>
                                </p:cTn>
                              </p:par>
                              <p:par>
                                <p:cTn id="13" presetID="10" presetClass="entr" presetSubtype="0" fill="hold" nodeType="withEffect">
                                  <p:stCondLst>
                                    <p:cond delay="168"/>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6" presetID="42" presetClass="entr" presetSubtype="0" fill="hold" nodeType="withEffect">
                                  <p:stCondLst>
                                    <p:cond delay="252"/>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decel="100000" fill="hold"/>
                                        <p:tgtEl>
                                          <p:spTgt spid="6"/>
                                        </p:tgtEl>
                                        <p:attrNameLst>
                                          <p:attrName>ppt_x</p:attrName>
                                        </p:attrNameLst>
                                      </p:cBhvr>
                                      <p:tavLst>
                                        <p:tav tm="0">
                                          <p:val>
                                            <p:strVal val="#ppt_x"/>
                                          </p:val>
                                        </p:tav>
                                        <p:tav tm="100000">
                                          <p:val>
                                            <p:strVal val="#ppt_x"/>
                                          </p:val>
                                        </p:tav>
                                      </p:tavLst>
                                    </p:anim>
                                    <p:anim calcmode="lin" valueType="num">
                                      <p:cBhvr>
                                        <p:cTn id="20" dur="500" decel="100000" fill="hold"/>
                                        <p:tgtEl>
                                          <p:spTgt spid="6"/>
                                        </p:tgtEl>
                                        <p:attrNameLst>
                                          <p:attrName>ppt_y</p:attrName>
                                        </p:attrNameLst>
                                      </p:cBhvr>
                                      <p:tavLst>
                                        <p:tav tm="0">
                                          <p:val>
                                            <p:strVal val="#ppt_y+0.04"/>
                                          </p:val>
                                        </p:tav>
                                        <p:tav tm="100000">
                                          <p:val>
                                            <p:strVal val="#ppt_y"/>
                                          </p:val>
                                        </p:tav>
                                      </p:tavLst>
                                    </p:anim>
                                  </p:childTnLst>
                                </p:cTn>
                              </p:par>
                              <p:par>
                                <p:cTn id="21" presetID="10" presetClass="entr" presetSubtype="0" fill="hold" nodeType="withEffect">
                                  <p:stCondLst>
                                    <p:cond delay="336"/>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400"/>
                                        <p:tgtEl>
                                          <p:spTgt spid="7"/>
                                        </p:tgtEl>
                                      </p:cBhvr>
                                    </p:animEffect>
                                  </p:childTnLst>
                                </p:cTn>
                              </p:par>
                              <p:par>
                                <p:cTn id="24" presetID="10" presetClass="entr" presetSubtype="0" fill="hold" nodeType="withEffect">
                                  <p:stCondLst>
                                    <p:cond delay="336"/>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400"/>
                                        <p:tgtEl>
                                          <p:spTgt spid="8"/>
                                        </p:tgtEl>
                                      </p:cBhvr>
                                    </p:animEffect>
                                  </p:childTnLst>
                                </p:cTn>
                              </p:par>
                              <p:par>
                                <p:cTn id="27" presetID="10" presetClass="entr" presetSubtype="0" fill="hold" nodeType="withEffect">
                                  <p:stCondLst>
                                    <p:cond delay="336"/>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00"/>
                                        <p:tgtEl>
                                          <p:spTgt spid="9"/>
                                        </p:tgtEl>
                                      </p:cBhvr>
                                    </p:animEffect>
                                  </p:childTnLst>
                                </p:cTn>
                              </p:par>
                              <p:par>
                                <p:cTn id="30" presetID="10" presetClass="entr" presetSubtype="0" fill="hold" nodeType="withEffect">
                                  <p:stCondLst>
                                    <p:cond delay="336"/>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00"/>
                                        <p:tgtEl>
                                          <p:spTgt spid="10"/>
                                        </p:tgtEl>
                                      </p:cBhvr>
                                    </p:animEffect>
                                  </p:childTnLst>
                                </p:cTn>
                              </p:par>
                              <p:par>
                                <p:cTn id="33" presetID="10" presetClass="entr" presetSubtype="0" fill="hold" nodeType="withEffect">
                                  <p:stCondLst>
                                    <p:cond delay="336"/>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par>
                                <p:cTn id="36" presetID="10" presetClass="entr" presetSubtype="0" fill="hold" nodeType="withEffect">
                                  <p:stCondLst>
                                    <p:cond delay="336"/>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400"/>
                                        <p:tgtEl>
                                          <p:spTgt spid="12"/>
                                        </p:tgtEl>
                                      </p:cBhvr>
                                    </p:animEffect>
                                  </p:childTnLst>
                                </p:cTn>
                              </p:par>
                              <p:par>
                                <p:cTn id="39" presetID="22" presetClass="entr" presetSubtype="4" fill="hold" nodeType="withEffect">
                                  <p:stCondLst>
                                    <p:cond delay="420"/>
                                  </p:stCondLst>
                                  <p:childTnLst>
                                    <p:set>
                                      <p:cBhvr>
                                        <p:cTn id="40" dur="1" fill="hold">
                                          <p:stCondLst>
                                            <p:cond delay="0"/>
                                          </p:stCondLst>
                                        </p:cTn>
                                        <p:tgtEl>
                                          <p:spTgt spid="13"/>
                                        </p:tgtEl>
                                        <p:attrNameLst>
                                          <p:attrName>style.visibility</p:attrName>
                                        </p:attrNameLst>
                                      </p:cBhvr>
                                      <p:to>
                                        <p:strVal val="visible"/>
                                      </p:to>
                                    </p:set>
                                    <p:animEffect transition="in" filter="wipe(up)">
                                      <p:cBhvr>
                                        <p:cTn id="41" dur="650"/>
                                        <p:tgtEl>
                                          <p:spTgt spid="13"/>
                                        </p:tgtEl>
                                      </p:cBhvr>
                                    </p:animEffect>
                                  </p:childTnLst>
                                </p:cTn>
                              </p:par>
                              <p:par>
                                <p:cTn id="42" presetID="10" presetClass="entr" presetSubtype="0" fill="hold" nodeType="withEffect">
                                  <p:stCondLst>
                                    <p:cond delay="504"/>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par>
                                <p:cTn id="45" presetID="22" presetClass="entr" presetSubtype="4" fill="hold" nodeType="withEffect">
                                  <p:stCondLst>
                                    <p:cond delay="588"/>
                                  </p:stCondLst>
                                  <p:childTnLst>
                                    <p:set>
                                      <p:cBhvr>
                                        <p:cTn id="46" dur="1" fill="hold">
                                          <p:stCondLst>
                                            <p:cond delay="0"/>
                                          </p:stCondLst>
                                        </p:cTn>
                                        <p:tgtEl>
                                          <p:spTgt spid="15"/>
                                        </p:tgtEl>
                                        <p:attrNameLst>
                                          <p:attrName>style.visibility</p:attrName>
                                        </p:attrNameLst>
                                      </p:cBhvr>
                                      <p:to>
                                        <p:strVal val="visible"/>
                                      </p:to>
                                    </p:set>
                                    <p:animEffect transition="in" filter="wipe(up)">
                                      <p:cBhvr>
                                        <p:cTn id="47" dur="650"/>
                                        <p:tgtEl>
                                          <p:spTgt spid="15"/>
                                        </p:tgtEl>
                                      </p:cBhvr>
                                    </p:animEffect>
                                  </p:childTnLst>
                                </p:cTn>
                              </p:par>
                              <p:par>
                                <p:cTn id="48" presetID="10" presetClass="entr" presetSubtype="0" fill="hold" nodeType="withEffect">
                                  <p:stCondLst>
                                    <p:cond delay="672"/>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400"/>
                                        <p:tgtEl>
                                          <p:spTgt spid="16"/>
                                        </p:tgtEl>
                                      </p:cBhvr>
                                    </p:animEffect>
                                  </p:childTnLst>
                                </p:cTn>
                              </p:par>
                              <p:par>
                                <p:cTn id="51" presetID="42" presetClass="entr" presetSubtype="0" fill="hold" nodeType="withEffect">
                                  <p:stCondLst>
                                    <p:cond delay="756"/>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decel="100000" fill="hold"/>
                                        <p:tgtEl>
                                          <p:spTgt spid="17"/>
                                        </p:tgtEl>
                                        <p:attrNameLst>
                                          <p:attrName>ppt_x</p:attrName>
                                        </p:attrNameLst>
                                      </p:cBhvr>
                                      <p:tavLst>
                                        <p:tav tm="0">
                                          <p:val>
                                            <p:strVal val="#ppt_x"/>
                                          </p:val>
                                        </p:tav>
                                        <p:tav tm="100000">
                                          <p:val>
                                            <p:strVal val="#ppt_x"/>
                                          </p:val>
                                        </p:tav>
                                      </p:tavLst>
                                    </p:anim>
                                    <p:anim calcmode="lin" valueType="num">
                                      <p:cBhvr>
                                        <p:cTn id="55" dur="500" decel="100000" fill="hold"/>
                                        <p:tgtEl>
                                          <p:spTgt spid="17"/>
                                        </p:tgtEl>
                                        <p:attrNameLst>
                                          <p:attrName>ppt_y</p:attrName>
                                        </p:attrNameLst>
                                      </p:cBhvr>
                                      <p:tavLst>
                                        <p:tav tm="0">
                                          <p:val>
                                            <p:strVal val="#ppt_y+0.04"/>
                                          </p:val>
                                        </p:tav>
                                        <p:tav tm="100000">
                                          <p:val>
                                            <p:strVal val="#ppt_y"/>
                                          </p:val>
                                        </p:tav>
                                      </p:tavLst>
                                    </p:anim>
                                  </p:childTnLst>
                                </p:cTn>
                              </p:par>
                              <p:par>
                                <p:cTn id="56" presetID="22" presetClass="entr" presetSubtype="4" fill="hold" nodeType="withEffect">
                                  <p:stCondLst>
                                    <p:cond delay="840"/>
                                  </p:stCondLst>
                                  <p:childTnLst>
                                    <p:set>
                                      <p:cBhvr>
                                        <p:cTn id="57" dur="1" fill="hold">
                                          <p:stCondLst>
                                            <p:cond delay="0"/>
                                          </p:stCondLst>
                                        </p:cTn>
                                        <p:tgtEl>
                                          <p:spTgt spid="18"/>
                                        </p:tgtEl>
                                        <p:attrNameLst>
                                          <p:attrName>style.visibility</p:attrName>
                                        </p:attrNameLst>
                                      </p:cBhvr>
                                      <p:to>
                                        <p:strVal val="visible"/>
                                      </p:to>
                                    </p:set>
                                    <p:animEffect transition="in" filter="wipe(up)">
                                      <p:cBhvr>
                                        <p:cTn id="58" dur="650"/>
                                        <p:tgtEl>
                                          <p:spTgt spid="18"/>
                                        </p:tgtEl>
                                      </p:cBhvr>
                                    </p:animEffect>
                                  </p:childTnLst>
                                </p:cTn>
                              </p:par>
                              <p:par>
                                <p:cTn id="59" presetID="10" presetClass="entr" presetSubtype="0" fill="hold" nodeType="withEffect">
                                  <p:stCondLst>
                                    <p:cond delay="924"/>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400"/>
                                        <p:tgtEl>
                                          <p:spTgt spid="19"/>
                                        </p:tgtEl>
                                      </p:cBhvr>
                                    </p:animEffect>
                                  </p:childTnLst>
                                </p:cTn>
                              </p:par>
                              <p:par>
                                <p:cTn id="62" presetID="22" presetClass="entr" presetSubtype="4" fill="hold" nodeType="withEffect">
                                  <p:stCondLst>
                                    <p:cond delay="1008"/>
                                  </p:stCondLst>
                                  <p:childTnLst>
                                    <p:set>
                                      <p:cBhvr>
                                        <p:cTn id="63" dur="1" fill="hold">
                                          <p:stCondLst>
                                            <p:cond delay="0"/>
                                          </p:stCondLst>
                                        </p:cTn>
                                        <p:tgtEl>
                                          <p:spTgt spid="20"/>
                                        </p:tgtEl>
                                        <p:attrNameLst>
                                          <p:attrName>style.visibility</p:attrName>
                                        </p:attrNameLst>
                                      </p:cBhvr>
                                      <p:to>
                                        <p:strVal val="visible"/>
                                      </p:to>
                                    </p:set>
                                    <p:animEffect transition="in" filter="wipe(up)">
                                      <p:cBhvr>
                                        <p:cTn id="64" dur="650"/>
                                        <p:tgtEl>
                                          <p:spTgt spid="20"/>
                                        </p:tgtEl>
                                      </p:cBhvr>
                                    </p:animEffect>
                                  </p:childTnLst>
                                </p:cTn>
                              </p:par>
                              <p:par>
                                <p:cTn id="65" presetID="10" presetClass="entr" presetSubtype="0" fill="hold" nodeType="withEffect">
                                  <p:stCondLst>
                                    <p:cond delay="1092"/>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par>
                                <p:cTn id="68" presetID="42" presetClass="entr" presetSubtype="0" fill="hold" nodeType="withEffect">
                                  <p:stCondLst>
                                    <p:cond delay="1176"/>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p:tgtEl>
                                          <p:spTgt spid="22"/>
                                        </p:tgtEl>
                                      </p:cBhvr>
                                    </p:animEffect>
                                    <p:anim calcmode="lin" valueType="num">
                                      <p:cBhvr>
                                        <p:cTn id="71" dur="500" decel="100000" fill="hold"/>
                                        <p:tgtEl>
                                          <p:spTgt spid="22"/>
                                        </p:tgtEl>
                                        <p:attrNameLst>
                                          <p:attrName>ppt_x</p:attrName>
                                        </p:attrNameLst>
                                      </p:cBhvr>
                                      <p:tavLst>
                                        <p:tav tm="0">
                                          <p:val>
                                            <p:strVal val="#ppt_x"/>
                                          </p:val>
                                        </p:tav>
                                        <p:tav tm="100000">
                                          <p:val>
                                            <p:strVal val="#ppt_x"/>
                                          </p:val>
                                        </p:tav>
                                      </p:tavLst>
                                    </p:anim>
                                    <p:anim calcmode="lin" valueType="num">
                                      <p:cBhvr>
                                        <p:cTn id="72" dur="500" decel="100000" fill="hold"/>
                                        <p:tgtEl>
                                          <p:spTgt spid="22"/>
                                        </p:tgtEl>
                                        <p:attrNameLst>
                                          <p:attrName>ppt_y</p:attrName>
                                        </p:attrNameLst>
                                      </p:cBhvr>
                                      <p:tavLst>
                                        <p:tav tm="0">
                                          <p:val>
                                            <p:strVal val="#ppt_y+0.04"/>
                                          </p:val>
                                        </p:tav>
                                        <p:tav tm="100000">
                                          <p:val>
                                            <p:strVal val="#ppt_y"/>
                                          </p:val>
                                        </p:tav>
                                      </p:tavLst>
                                    </p:anim>
                                  </p:childTnLst>
                                </p:cTn>
                              </p:par>
                              <p:par>
                                <p:cTn id="73" presetID="22" presetClass="entr" presetSubtype="4" fill="hold" nodeType="withEffect">
                                  <p:stCondLst>
                                    <p:cond delay="1260"/>
                                  </p:stCondLst>
                                  <p:childTnLst>
                                    <p:set>
                                      <p:cBhvr>
                                        <p:cTn id="74" dur="1" fill="hold">
                                          <p:stCondLst>
                                            <p:cond delay="0"/>
                                          </p:stCondLst>
                                        </p:cTn>
                                        <p:tgtEl>
                                          <p:spTgt spid="23"/>
                                        </p:tgtEl>
                                        <p:attrNameLst>
                                          <p:attrName>style.visibility</p:attrName>
                                        </p:attrNameLst>
                                      </p:cBhvr>
                                      <p:to>
                                        <p:strVal val="visible"/>
                                      </p:to>
                                    </p:set>
                                    <p:animEffect transition="in" filter="wipe(up)">
                                      <p:cBhvr>
                                        <p:cTn id="75" dur="650"/>
                                        <p:tgtEl>
                                          <p:spTgt spid="23"/>
                                        </p:tgtEl>
                                      </p:cBhvr>
                                    </p:animEffect>
                                  </p:childTnLst>
                                </p:cTn>
                              </p:par>
                              <p:par>
                                <p:cTn id="76" presetID="10" presetClass="entr" presetSubtype="0" fill="hold" nodeType="withEffect">
                                  <p:stCondLst>
                                    <p:cond delay="1344"/>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400"/>
                                        <p:tgtEl>
                                          <p:spTgt spid="24"/>
                                        </p:tgtEl>
                                      </p:cBhvr>
                                    </p:animEffect>
                                  </p:childTnLst>
                                </p:cTn>
                              </p:par>
                              <p:par>
                                <p:cTn id="79" presetID="22" presetClass="entr" presetSubtype="4" fill="hold" nodeType="withEffect">
                                  <p:stCondLst>
                                    <p:cond delay="1428"/>
                                  </p:stCondLst>
                                  <p:childTnLst>
                                    <p:set>
                                      <p:cBhvr>
                                        <p:cTn id="80" dur="1" fill="hold">
                                          <p:stCondLst>
                                            <p:cond delay="0"/>
                                          </p:stCondLst>
                                        </p:cTn>
                                        <p:tgtEl>
                                          <p:spTgt spid="25"/>
                                        </p:tgtEl>
                                        <p:attrNameLst>
                                          <p:attrName>style.visibility</p:attrName>
                                        </p:attrNameLst>
                                      </p:cBhvr>
                                      <p:to>
                                        <p:strVal val="visible"/>
                                      </p:to>
                                    </p:set>
                                    <p:animEffect transition="in" filter="wipe(up)">
                                      <p:cBhvr>
                                        <p:cTn id="81" dur="650"/>
                                        <p:tgtEl>
                                          <p:spTgt spid="25"/>
                                        </p:tgtEl>
                                      </p:cBhvr>
                                    </p:animEffect>
                                  </p:childTnLst>
                                </p:cTn>
                              </p:par>
                              <p:par>
                                <p:cTn id="82" presetID="10" presetClass="entr" presetSubtype="0" fill="hold" nodeType="withEffect">
                                  <p:stCondLst>
                                    <p:cond delay="1512"/>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400"/>
                                        <p:tgtEl>
                                          <p:spTgt spid="26"/>
                                        </p:tgtEl>
                                      </p:cBhvr>
                                    </p:animEffect>
                                  </p:childTnLst>
                                </p:cTn>
                              </p:par>
                              <p:par>
                                <p:cTn id="85" presetID="42" presetClass="entr" presetSubtype="0" fill="hold" nodeType="withEffect">
                                  <p:stCondLst>
                                    <p:cond delay="1596"/>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anim calcmode="lin" valueType="num">
                                      <p:cBhvr>
                                        <p:cTn id="88" dur="500" decel="100000" fill="hold"/>
                                        <p:tgtEl>
                                          <p:spTgt spid="27"/>
                                        </p:tgtEl>
                                        <p:attrNameLst>
                                          <p:attrName>ppt_x</p:attrName>
                                        </p:attrNameLst>
                                      </p:cBhvr>
                                      <p:tavLst>
                                        <p:tav tm="0">
                                          <p:val>
                                            <p:strVal val="#ppt_x"/>
                                          </p:val>
                                        </p:tav>
                                        <p:tav tm="100000">
                                          <p:val>
                                            <p:strVal val="#ppt_x"/>
                                          </p:val>
                                        </p:tav>
                                      </p:tavLst>
                                    </p:anim>
                                    <p:anim calcmode="lin" valueType="num">
                                      <p:cBhvr>
                                        <p:cTn id="89" dur="500" decel="100000" fill="hold"/>
                                        <p:tgtEl>
                                          <p:spTgt spid="27"/>
                                        </p:tgtEl>
                                        <p:attrNameLst>
                                          <p:attrName>ppt_y</p:attrName>
                                        </p:attrNameLst>
                                      </p:cBhvr>
                                      <p:tavLst>
                                        <p:tav tm="0">
                                          <p:val>
                                            <p:strVal val="#ppt_y+0.04"/>
                                          </p:val>
                                        </p:tav>
                                        <p:tav tm="100000">
                                          <p:val>
                                            <p:strVal val="#ppt_y"/>
                                          </p:val>
                                        </p:tav>
                                      </p:tavLst>
                                    </p:anim>
                                  </p:childTnLst>
                                </p:cTn>
                              </p:par>
                              <p:par>
                                <p:cTn id="90" presetID="22" presetClass="entr" presetSubtype="4" fill="hold" nodeType="withEffect">
                                  <p:stCondLst>
                                    <p:cond delay="1680"/>
                                  </p:stCondLst>
                                  <p:childTnLst>
                                    <p:set>
                                      <p:cBhvr>
                                        <p:cTn id="91" dur="1" fill="hold">
                                          <p:stCondLst>
                                            <p:cond delay="0"/>
                                          </p:stCondLst>
                                        </p:cTn>
                                        <p:tgtEl>
                                          <p:spTgt spid="28"/>
                                        </p:tgtEl>
                                        <p:attrNameLst>
                                          <p:attrName>style.visibility</p:attrName>
                                        </p:attrNameLst>
                                      </p:cBhvr>
                                      <p:to>
                                        <p:strVal val="visible"/>
                                      </p:to>
                                    </p:set>
                                    <p:animEffect transition="in" filter="wipe(up)">
                                      <p:cBhvr>
                                        <p:cTn id="92" dur="650"/>
                                        <p:tgtEl>
                                          <p:spTgt spid="28"/>
                                        </p:tgtEl>
                                      </p:cBhvr>
                                    </p:animEffect>
                                  </p:childTnLst>
                                </p:cTn>
                              </p:par>
                              <p:par>
                                <p:cTn id="93" presetID="10" presetClass="entr" presetSubtype="0" fill="hold" nodeType="withEffect">
                                  <p:stCondLst>
                                    <p:cond delay="1764"/>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400"/>
                                        <p:tgtEl>
                                          <p:spTgt spid="29"/>
                                        </p:tgtEl>
                                      </p:cBhvr>
                                    </p:animEffect>
                                  </p:childTnLst>
                                </p:cTn>
                              </p:par>
                              <p:par>
                                <p:cTn id="96" presetID="22" presetClass="entr" presetSubtype="4" fill="hold" nodeType="withEffect">
                                  <p:stCondLst>
                                    <p:cond delay="1848"/>
                                  </p:stCondLst>
                                  <p:childTnLst>
                                    <p:set>
                                      <p:cBhvr>
                                        <p:cTn id="97" dur="1" fill="hold">
                                          <p:stCondLst>
                                            <p:cond delay="0"/>
                                          </p:stCondLst>
                                        </p:cTn>
                                        <p:tgtEl>
                                          <p:spTgt spid="30"/>
                                        </p:tgtEl>
                                        <p:attrNameLst>
                                          <p:attrName>style.visibility</p:attrName>
                                        </p:attrNameLst>
                                      </p:cBhvr>
                                      <p:to>
                                        <p:strVal val="visible"/>
                                      </p:to>
                                    </p:set>
                                    <p:animEffect transition="in" filter="wipe(up)">
                                      <p:cBhvr>
                                        <p:cTn id="98" dur="650"/>
                                        <p:tgtEl>
                                          <p:spTgt spid="30"/>
                                        </p:tgtEl>
                                      </p:cBhvr>
                                    </p:animEffect>
                                  </p:childTnLst>
                                </p:cTn>
                              </p:par>
                              <p:par>
                                <p:cTn id="99" presetID="10" presetClass="entr" presetSubtype="0" fill="hold" nodeType="withEffect">
                                  <p:stCondLst>
                                    <p:cond delay="1932"/>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400"/>
                                        <p:tgtEl>
                                          <p:spTgt spid="31"/>
                                        </p:tgtEl>
                                      </p:cBhvr>
                                    </p:animEffect>
                                  </p:childTnLst>
                                </p:cTn>
                              </p:par>
                              <p:par>
                                <p:cTn id="102" presetID="42" presetClass="entr" presetSubtype="0" fill="hold" nodeType="withEffect">
                                  <p:stCondLst>
                                    <p:cond delay="2016"/>
                                  </p:stCondLst>
                                  <p:childTnLst>
                                    <p:set>
                                      <p:cBhvr>
                                        <p:cTn id="103" dur="1" fill="hold">
                                          <p:stCondLst>
                                            <p:cond delay="0"/>
                                          </p:stCondLst>
                                        </p:cTn>
                                        <p:tgtEl>
                                          <p:spTgt spid="32"/>
                                        </p:tgtEl>
                                        <p:attrNameLst>
                                          <p:attrName>style.visibility</p:attrName>
                                        </p:attrNameLst>
                                      </p:cBhvr>
                                      <p:to>
                                        <p:strVal val="visible"/>
                                      </p:to>
                                    </p:set>
                                    <p:animEffect transition="in" filter="fade">
                                      <p:cBhvr>
                                        <p:cTn id="104" dur="500"/>
                                        <p:tgtEl>
                                          <p:spTgt spid="32"/>
                                        </p:tgtEl>
                                      </p:cBhvr>
                                    </p:animEffect>
                                    <p:anim calcmode="lin" valueType="num">
                                      <p:cBhvr>
                                        <p:cTn id="105" dur="500" decel="100000" fill="hold"/>
                                        <p:tgtEl>
                                          <p:spTgt spid="32"/>
                                        </p:tgtEl>
                                        <p:attrNameLst>
                                          <p:attrName>ppt_x</p:attrName>
                                        </p:attrNameLst>
                                      </p:cBhvr>
                                      <p:tavLst>
                                        <p:tav tm="0">
                                          <p:val>
                                            <p:strVal val="#ppt_x"/>
                                          </p:val>
                                        </p:tav>
                                        <p:tav tm="100000">
                                          <p:val>
                                            <p:strVal val="#ppt_x"/>
                                          </p:val>
                                        </p:tav>
                                      </p:tavLst>
                                    </p:anim>
                                    <p:anim calcmode="lin" valueType="num">
                                      <p:cBhvr>
                                        <p:cTn id="106" dur="500" decel="100000" fill="hold"/>
                                        <p:tgtEl>
                                          <p:spTgt spid="32"/>
                                        </p:tgtEl>
                                        <p:attrNameLst>
                                          <p:attrName>ppt_y</p:attrName>
                                        </p:attrNameLst>
                                      </p:cBhvr>
                                      <p:tavLst>
                                        <p:tav tm="0">
                                          <p:val>
                                            <p:strVal val="#ppt_y+0.04"/>
                                          </p:val>
                                        </p:tav>
                                        <p:tav tm="100000">
                                          <p:val>
                                            <p:strVal val="#ppt_y"/>
                                          </p:val>
                                        </p:tav>
                                      </p:tavLst>
                                    </p:anim>
                                  </p:childTnLst>
                                </p:cTn>
                              </p:par>
                              <p:par>
                                <p:cTn id="107" presetID="22" presetClass="entr" presetSubtype="4" fill="hold" nodeType="withEffect">
                                  <p:stCondLst>
                                    <p:cond delay="2100"/>
                                  </p:stCondLst>
                                  <p:childTnLst>
                                    <p:set>
                                      <p:cBhvr>
                                        <p:cTn id="108" dur="1" fill="hold">
                                          <p:stCondLst>
                                            <p:cond delay="0"/>
                                          </p:stCondLst>
                                        </p:cTn>
                                        <p:tgtEl>
                                          <p:spTgt spid="33"/>
                                        </p:tgtEl>
                                        <p:attrNameLst>
                                          <p:attrName>style.visibility</p:attrName>
                                        </p:attrNameLst>
                                      </p:cBhvr>
                                      <p:to>
                                        <p:strVal val="visible"/>
                                      </p:to>
                                    </p:set>
                                    <p:animEffect transition="in" filter="wipe(up)">
                                      <p:cBhvr>
                                        <p:cTn id="109" dur="650"/>
                                        <p:tgtEl>
                                          <p:spTgt spid="33"/>
                                        </p:tgtEl>
                                      </p:cBhvr>
                                    </p:animEffect>
                                  </p:childTnLst>
                                </p:cTn>
                              </p:par>
                              <p:par>
                                <p:cTn id="110" presetID="10" presetClass="entr" presetSubtype="0" fill="hold" nodeType="withEffect">
                                  <p:stCondLst>
                                    <p:cond delay="2184"/>
                                  </p:stCondLst>
                                  <p:childTnLst>
                                    <p:set>
                                      <p:cBhvr>
                                        <p:cTn id="111" dur="1" fill="hold">
                                          <p:stCondLst>
                                            <p:cond delay="0"/>
                                          </p:stCondLst>
                                        </p:cTn>
                                        <p:tgtEl>
                                          <p:spTgt spid="34"/>
                                        </p:tgtEl>
                                        <p:attrNameLst>
                                          <p:attrName>style.visibility</p:attrName>
                                        </p:attrNameLst>
                                      </p:cBhvr>
                                      <p:to>
                                        <p:strVal val="visible"/>
                                      </p:to>
                                    </p:set>
                                    <p:animEffect transition="in" filter="fade">
                                      <p:cBhvr>
                                        <p:cTn id="112" dur="400"/>
                                        <p:tgtEl>
                                          <p:spTgt spid="34"/>
                                        </p:tgtEl>
                                      </p:cBhvr>
                                    </p:animEffect>
                                  </p:childTnLst>
                                </p:cTn>
                              </p:par>
                              <p:par>
                                <p:cTn id="113" presetID="22" presetClass="entr" presetSubtype="4" fill="hold" nodeType="withEffect">
                                  <p:stCondLst>
                                    <p:cond delay="2268"/>
                                  </p:stCondLst>
                                  <p:childTnLst>
                                    <p:set>
                                      <p:cBhvr>
                                        <p:cTn id="114" dur="1" fill="hold">
                                          <p:stCondLst>
                                            <p:cond delay="0"/>
                                          </p:stCondLst>
                                        </p:cTn>
                                        <p:tgtEl>
                                          <p:spTgt spid="35"/>
                                        </p:tgtEl>
                                        <p:attrNameLst>
                                          <p:attrName>style.visibility</p:attrName>
                                        </p:attrNameLst>
                                      </p:cBhvr>
                                      <p:to>
                                        <p:strVal val="visible"/>
                                      </p:to>
                                    </p:set>
                                    <p:animEffect transition="in" filter="wipe(up)">
                                      <p:cBhvr>
                                        <p:cTn id="115" dur="650"/>
                                        <p:tgtEl>
                                          <p:spTgt spid="35"/>
                                        </p:tgtEl>
                                      </p:cBhvr>
                                    </p:animEffect>
                                  </p:childTnLst>
                                </p:cTn>
                              </p:par>
                              <p:par>
                                <p:cTn id="116" presetID="10" presetClass="entr" presetSubtype="0" fill="hold" nodeType="withEffect">
                                  <p:stCondLst>
                                    <p:cond delay="2352"/>
                                  </p:stCondLst>
                                  <p:childTnLst>
                                    <p:set>
                                      <p:cBhvr>
                                        <p:cTn id="117" dur="1" fill="hold">
                                          <p:stCondLst>
                                            <p:cond delay="0"/>
                                          </p:stCondLst>
                                        </p:cTn>
                                        <p:tgtEl>
                                          <p:spTgt spid="36"/>
                                        </p:tgtEl>
                                        <p:attrNameLst>
                                          <p:attrName>style.visibility</p:attrName>
                                        </p:attrNameLst>
                                      </p:cBhvr>
                                      <p:to>
                                        <p:strVal val="visible"/>
                                      </p:to>
                                    </p:set>
                                    <p:animEffect transition="in" filter="fade">
                                      <p:cBhvr>
                                        <p:cTn id="118" dur="400"/>
                                        <p:tgtEl>
                                          <p:spTgt spid="36"/>
                                        </p:tgtEl>
                                      </p:cBhvr>
                                    </p:animEffect>
                                  </p:childTnLst>
                                </p:cTn>
                              </p:par>
                              <p:par>
                                <p:cTn id="119" presetID="42" presetClass="entr" presetSubtype="0" fill="hold" nodeType="withEffect">
                                  <p:stCondLst>
                                    <p:cond delay="2436"/>
                                  </p:stCondLst>
                                  <p:childTnLst>
                                    <p:set>
                                      <p:cBhvr>
                                        <p:cTn id="120" dur="1" fill="hold">
                                          <p:stCondLst>
                                            <p:cond delay="0"/>
                                          </p:stCondLst>
                                        </p:cTn>
                                        <p:tgtEl>
                                          <p:spTgt spid="37"/>
                                        </p:tgtEl>
                                        <p:attrNameLst>
                                          <p:attrName>style.visibility</p:attrName>
                                        </p:attrNameLst>
                                      </p:cBhvr>
                                      <p:to>
                                        <p:strVal val="visible"/>
                                      </p:to>
                                    </p:set>
                                    <p:animEffect transition="in" filter="fade">
                                      <p:cBhvr>
                                        <p:cTn id="121" dur="500"/>
                                        <p:tgtEl>
                                          <p:spTgt spid="37"/>
                                        </p:tgtEl>
                                      </p:cBhvr>
                                    </p:animEffect>
                                    <p:anim calcmode="lin" valueType="num">
                                      <p:cBhvr>
                                        <p:cTn id="122" dur="500" decel="100000" fill="hold"/>
                                        <p:tgtEl>
                                          <p:spTgt spid="37"/>
                                        </p:tgtEl>
                                        <p:attrNameLst>
                                          <p:attrName>ppt_x</p:attrName>
                                        </p:attrNameLst>
                                      </p:cBhvr>
                                      <p:tavLst>
                                        <p:tav tm="0">
                                          <p:val>
                                            <p:strVal val="#ppt_x"/>
                                          </p:val>
                                        </p:tav>
                                        <p:tav tm="100000">
                                          <p:val>
                                            <p:strVal val="#ppt_x"/>
                                          </p:val>
                                        </p:tav>
                                      </p:tavLst>
                                    </p:anim>
                                    <p:anim calcmode="lin" valueType="num">
                                      <p:cBhvr>
                                        <p:cTn id="123" dur="500" decel="100000" fill="hold"/>
                                        <p:tgtEl>
                                          <p:spTgt spid="37"/>
                                        </p:tgtEl>
                                        <p:attrNameLst>
                                          <p:attrName>ppt_y</p:attrName>
                                        </p:attrNameLst>
                                      </p:cBhvr>
                                      <p:tavLst>
                                        <p:tav tm="0">
                                          <p:val>
                                            <p:strVal val="#ppt_y+0.04"/>
                                          </p:val>
                                        </p:tav>
                                        <p:tav tm="100000">
                                          <p:val>
                                            <p:strVal val="#ppt_y"/>
                                          </p:val>
                                        </p:tav>
                                      </p:tavLst>
                                    </p:anim>
                                  </p:childTnLst>
                                </p:cTn>
                              </p:par>
                              <p:par>
                                <p:cTn id="124" presetID="22" presetClass="entr" presetSubtype="4" fill="hold" nodeType="withEffect">
                                  <p:stCondLst>
                                    <p:cond delay="2520"/>
                                  </p:stCondLst>
                                  <p:childTnLst>
                                    <p:set>
                                      <p:cBhvr>
                                        <p:cTn id="125" dur="1" fill="hold">
                                          <p:stCondLst>
                                            <p:cond delay="0"/>
                                          </p:stCondLst>
                                        </p:cTn>
                                        <p:tgtEl>
                                          <p:spTgt spid="38"/>
                                        </p:tgtEl>
                                        <p:attrNameLst>
                                          <p:attrName>style.visibility</p:attrName>
                                        </p:attrNameLst>
                                      </p:cBhvr>
                                      <p:to>
                                        <p:strVal val="visible"/>
                                      </p:to>
                                    </p:set>
                                    <p:animEffect transition="in" filter="wipe(up)">
                                      <p:cBhvr>
                                        <p:cTn id="126" dur="650"/>
                                        <p:tgtEl>
                                          <p:spTgt spid="38"/>
                                        </p:tgtEl>
                                      </p:cBhvr>
                                    </p:animEffect>
                                  </p:childTnLst>
                                </p:cTn>
                              </p:par>
                              <p:par>
                                <p:cTn id="127" presetID="10" presetClass="entr" presetSubtype="0" fill="hold" nodeType="withEffect">
                                  <p:stCondLst>
                                    <p:cond delay="2604"/>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400"/>
                                        <p:tgtEl>
                                          <p:spTgt spid="39"/>
                                        </p:tgtEl>
                                      </p:cBhvr>
                                    </p:animEffect>
                                  </p:childTnLst>
                                </p:cTn>
                              </p:par>
                              <p:par>
                                <p:cTn id="130" presetID="22" presetClass="entr" presetSubtype="4" fill="hold" nodeType="withEffect">
                                  <p:stCondLst>
                                    <p:cond delay="2688"/>
                                  </p:stCondLst>
                                  <p:childTnLst>
                                    <p:set>
                                      <p:cBhvr>
                                        <p:cTn id="131" dur="1" fill="hold">
                                          <p:stCondLst>
                                            <p:cond delay="0"/>
                                          </p:stCondLst>
                                        </p:cTn>
                                        <p:tgtEl>
                                          <p:spTgt spid="40"/>
                                        </p:tgtEl>
                                        <p:attrNameLst>
                                          <p:attrName>style.visibility</p:attrName>
                                        </p:attrNameLst>
                                      </p:cBhvr>
                                      <p:to>
                                        <p:strVal val="visible"/>
                                      </p:to>
                                    </p:set>
                                    <p:animEffect transition="in" filter="wipe(up)">
                                      <p:cBhvr>
                                        <p:cTn id="132" dur="650"/>
                                        <p:tgtEl>
                                          <p:spTgt spid="40"/>
                                        </p:tgtEl>
                                      </p:cBhvr>
                                    </p:animEffect>
                                  </p:childTnLst>
                                </p:cTn>
                              </p:par>
                              <p:par>
                                <p:cTn id="133" presetID="10" presetClass="entr" presetSubtype="0" fill="hold" nodeType="withEffect">
                                  <p:stCondLst>
                                    <p:cond delay="2772"/>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400"/>
                                        <p:tgtEl>
                                          <p:spTgt spid="41"/>
                                        </p:tgtEl>
                                      </p:cBhvr>
                                    </p:animEffect>
                                  </p:childTnLst>
                                </p:cTn>
                              </p:par>
                              <p:par>
                                <p:cTn id="136" presetID="42" presetClass="entr" presetSubtype="0" fill="hold" nodeType="withEffect">
                                  <p:stCondLst>
                                    <p:cond delay="2856"/>
                                  </p:stCondLst>
                                  <p:childTnLst>
                                    <p:set>
                                      <p:cBhvr>
                                        <p:cTn id="137" dur="1" fill="hold">
                                          <p:stCondLst>
                                            <p:cond delay="0"/>
                                          </p:stCondLst>
                                        </p:cTn>
                                        <p:tgtEl>
                                          <p:spTgt spid="42"/>
                                        </p:tgtEl>
                                        <p:attrNameLst>
                                          <p:attrName>style.visibility</p:attrName>
                                        </p:attrNameLst>
                                      </p:cBhvr>
                                      <p:to>
                                        <p:strVal val="visible"/>
                                      </p:to>
                                    </p:set>
                                    <p:animEffect transition="in" filter="fade">
                                      <p:cBhvr>
                                        <p:cTn id="138" dur="500"/>
                                        <p:tgtEl>
                                          <p:spTgt spid="42"/>
                                        </p:tgtEl>
                                      </p:cBhvr>
                                    </p:animEffect>
                                    <p:anim calcmode="lin" valueType="num">
                                      <p:cBhvr>
                                        <p:cTn id="139" dur="500" decel="100000" fill="hold"/>
                                        <p:tgtEl>
                                          <p:spTgt spid="42"/>
                                        </p:tgtEl>
                                        <p:attrNameLst>
                                          <p:attrName>ppt_x</p:attrName>
                                        </p:attrNameLst>
                                      </p:cBhvr>
                                      <p:tavLst>
                                        <p:tav tm="0">
                                          <p:val>
                                            <p:strVal val="#ppt_x"/>
                                          </p:val>
                                        </p:tav>
                                        <p:tav tm="100000">
                                          <p:val>
                                            <p:strVal val="#ppt_x"/>
                                          </p:val>
                                        </p:tav>
                                      </p:tavLst>
                                    </p:anim>
                                    <p:anim calcmode="lin" valueType="num">
                                      <p:cBhvr>
                                        <p:cTn id="140" dur="500" decel="100000" fill="hold"/>
                                        <p:tgtEl>
                                          <p:spTgt spid="42"/>
                                        </p:tgtEl>
                                        <p:attrNameLst>
                                          <p:attrName>ppt_y</p:attrName>
                                        </p:attrNameLst>
                                      </p:cBhvr>
                                      <p:tavLst>
                                        <p:tav tm="0">
                                          <p:val>
                                            <p:strVal val="#ppt_y+0.04"/>
                                          </p:val>
                                        </p:tav>
                                        <p:tav tm="100000">
                                          <p:val>
                                            <p:strVal val="#ppt_y"/>
                                          </p:val>
                                        </p:tav>
                                      </p:tavLst>
                                    </p:anim>
                                  </p:childTnLst>
                                </p:cTn>
                              </p:par>
                              <p:par>
                                <p:cTn id="141" presetID="42" presetClass="entr" presetSubtype="0" fill="hold" nodeType="withEffect">
                                  <p:stCondLst>
                                    <p:cond delay="294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500"/>
                                        <p:tgtEl>
                                          <p:spTgt spid="43"/>
                                        </p:tgtEl>
                                      </p:cBhvr>
                                    </p:animEffect>
                                    <p:anim calcmode="lin" valueType="num">
                                      <p:cBhvr>
                                        <p:cTn id="144" dur="500" decel="100000" fill="hold"/>
                                        <p:tgtEl>
                                          <p:spTgt spid="43"/>
                                        </p:tgtEl>
                                        <p:attrNameLst>
                                          <p:attrName>ppt_x</p:attrName>
                                        </p:attrNameLst>
                                      </p:cBhvr>
                                      <p:tavLst>
                                        <p:tav tm="0">
                                          <p:val>
                                            <p:strVal val="#ppt_x"/>
                                          </p:val>
                                        </p:tav>
                                        <p:tav tm="100000">
                                          <p:val>
                                            <p:strVal val="#ppt_x"/>
                                          </p:val>
                                        </p:tav>
                                      </p:tavLst>
                                    </p:anim>
                                    <p:anim calcmode="lin" valueType="num">
                                      <p:cBhvr>
                                        <p:cTn id="145" dur="500" decel="100000" fill="hold"/>
                                        <p:tgtEl>
                                          <p:spTgt spid="43"/>
                                        </p:tgtEl>
                                        <p:attrNameLst>
                                          <p:attrName>ppt_y</p:attrName>
                                        </p:attrNameLst>
                                      </p:cBhvr>
                                      <p:tavLst>
                                        <p:tav tm="0">
                                          <p:val>
                                            <p:strVal val="#ppt_y+0.04"/>
                                          </p:val>
                                        </p:tav>
                                        <p:tav tm="100000">
                                          <p:val>
                                            <p:strVal val="#ppt_y"/>
                                          </p:val>
                                        </p:tav>
                                      </p:tavLst>
                                    </p:anim>
                                  </p:childTnLst>
                                </p:cTn>
                              </p:par>
                              <p:par>
                                <p:cTn id="146" presetID="22" presetClass="entr" presetSubtype="4" fill="hold" nodeType="withEffect">
                                  <p:stCondLst>
                                    <p:cond delay="3024"/>
                                  </p:stCondLst>
                                  <p:childTnLst>
                                    <p:set>
                                      <p:cBhvr>
                                        <p:cTn id="147" dur="1" fill="hold">
                                          <p:stCondLst>
                                            <p:cond delay="0"/>
                                          </p:stCondLst>
                                        </p:cTn>
                                        <p:tgtEl>
                                          <p:spTgt spid="44"/>
                                        </p:tgtEl>
                                        <p:attrNameLst>
                                          <p:attrName>style.visibility</p:attrName>
                                        </p:attrNameLst>
                                      </p:cBhvr>
                                      <p:to>
                                        <p:strVal val="visible"/>
                                      </p:to>
                                    </p:set>
                                    <p:animEffect transition="in" filter="wipe(up)">
                                      <p:cBhvr>
                                        <p:cTn id="148" dur="650"/>
                                        <p:tgtEl>
                                          <p:spTgt spid="44"/>
                                        </p:tgtEl>
                                      </p:cBhvr>
                                    </p:animEffect>
                                  </p:childTnLst>
                                </p:cTn>
                              </p:par>
                              <p:par>
                                <p:cTn id="149" presetID="42" presetClass="entr" presetSubtype="0" fill="hold" nodeType="withEffect">
                                  <p:stCondLst>
                                    <p:cond delay="3108"/>
                                  </p:stCondLst>
                                  <p:childTnLst>
                                    <p:set>
                                      <p:cBhvr>
                                        <p:cTn id="150" dur="1" fill="hold">
                                          <p:stCondLst>
                                            <p:cond delay="0"/>
                                          </p:stCondLst>
                                        </p:cTn>
                                        <p:tgtEl>
                                          <p:spTgt spid="45"/>
                                        </p:tgtEl>
                                        <p:attrNameLst>
                                          <p:attrName>style.visibility</p:attrName>
                                        </p:attrNameLst>
                                      </p:cBhvr>
                                      <p:to>
                                        <p:strVal val="visible"/>
                                      </p:to>
                                    </p:set>
                                    <p:animEffect transition="in" filter="fade">
                                      <p:cBhvr>
                                        <p:cTn id="151" dur="500"/>
                                        <p:tgtEl>
                                          <p:spTgt spid="45"/>
                                        </p:tgtEl>
                                      </p:cBhvr>
                                    </p:animEffect>
                                    <p:anim calcmode="lin" valueType="num">
                                      <p:cBhvr>
                                        <p:cTn id="152" dur="500" decel="100000" fill="hold"/>
                                        <p:tgtEl>
                                          <p:spTgt spid="45"/>
                                        </p:tgtEl>
                                        <p:attrNameLst>
                                          <p:attrName>ppt_x</p:attrName>
                                        </p:attrNameLst>
                                      </p:cBhvr>
                                      <p:tavLst>
                                        <p:tav tm="0">
                                          <p:val>
                                            <p:strVal val="#ppt_x"/>
                                          </p:val>
                                        </p:tav>
                                        <p:tav tm="100000">
                                          <p:val>
                                            <p:strVal val="#ppt_x"/>
                                          </p:val>
                                        </p:tav>
                                      </p:tavLst>
                                    </p:anim>
                                    <p:anim calcmode="lin" valueType="num">
                                      <p:cBhvr>
                                        <p:cTn id="153" dur="500" decel="100000" fill="hold"/>
                                        <p:tgtEl>
                                          <p:spTgt spid="45"/>
                                        </p:tgtEl>
                                        <p:attrNameLst>
                                          <p:attrName>ppt_y</p:attrName>
                                        </p:attrNameLst>
                                      </p:cBhvr>
                                      <p:tavLst>
                                        <p:tav tm="0">
                                          <p:val>
                                            <p:strVal val="#ppt_y+0.04"/>
                                          </p:val>
                                        </p:tav>
                                        <p:tav tm="100000">
                                          <p:val>
                                            <p:strVal val="#ppt_y"/>
                                          </p:val>
                                        </p:tav>
                                      </p:tavLst>
                                    </p:anim>
                                  </p:childTnLst>
                                </p:cTn>
                              </p:par>
                              <p:par>
                                <p:cTn id="154" presetID="42" presetClass="entr" presetSubtype="0" fill="hold" nodeType="withEffect">
                                  <p:stCondLst>
                                    <p:cond delay="3192"/>
                                  </p:stCondLst>
                                  <p:childTnLst>
                                    <p:set>
                                      <p:cBhvr>
                                        <p:cTn id="155" dur="1" fill="hold">
                                          <p:stCondLst>
                                            <p:cond delay="0"/>
                                          </p:stCondLst>
                                        </p:cTn>
                                        <p:tgtEl>
                                          <p:spTgt spid="46"/>
                                        </p:tgtEl>
                                        <p:attrNameLst>
                                          <p:attrName>style.visibility</p:attrName>
                                        </p:attrNameLst>
                                      </p:cBhvr>
                                      <p:to>
                                        <p:strVal val="visible"/>
                                      </p:to>
                                    </p:set>
                                    <p:animEffect transition="in" filter="fade">
                                      <p:cBhvr>
                                        <p:cTn id="156" dur="500"/>
                                        <p:tgtEl>
                                          <p:spTgt spid="46"/>
                                        </p:tgtEl>
                                      </p:cBhvr>
                                    </p:animEffect>
                                    <p:anim calcmode="lin" valueType="num">
                                      <p:cBhvr>
                                        <p:cTn id="157" dur="500" decel="100000" fill="hold"/>
                                        <p:tgtEl>
                                          <p:spTgt spid="46"/>
                                        </p:tgtEl>
                                        <p:attrNameLst>
                                          <p:attrName>ppt_x</p:attrName>
                                        </p:attrNameLst>
                                      </p:cBhvr>
                                      <p:tavLst>
                                        <p:tav tm="0">
                                          <p:val>
                                            <p:strVal val="#ppt_x"/>
                                          </p:val>
                                        </p:tav>
                                        <p:tav tm="100000">
                                          <p:val>
                                            <p:strVal val="#ppt_x"/>
                                          </p:val>
                                        </p:tav>
                                      </p:tavLst>
                                    </p:anim>
                                    <p:anim calcmode="lin" valueType="num">
                                      <p:cBhvr>
                                        <p:cTn id="158" dur="500" decel="100000" fill="hold"/>
                                        <p:tgtEl>
                                          <p:spTgt spid="4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1231900" y="1358900"/>
            <a:ext cx="4013200" cy="292100"/>
          </a:xfrm>
          <a:prstGeom prst="rect">
            <a:avLst/>
          </a:prstGeom>
        </p:spPr>
      </p:pic>
      <p:pic>
        <p:nvPicPr>
          <p:cNvPr id="4" name="Picture 3" descr="image.jpg"/>
          <p:cNvPicPr>
            <a:picLocks noChangeAspect="1"/>
          </p:cNvPicPr>
          <p:nvPr/>
        </p:nvPicPr>
        <p:blipFill>
          <a:blip r:embed="rId4"/>
          <a:stretch>
            <a:fillRect/>
          </a:stretch>
        </p:blipFill>
        <p:spPr>
          <a:xfrm>
            <a:off x="660400" y="4876800"/>
            <a:ext cx="584200" cy="279400"/>
          </a:xfrm>
          <a:prstGeom prst="rect">
            <a:avLst/>
          </a:prstGeom>
        </p:spPr>
      </p:pic>
      <p:pic>
        <p:nvPicPr>
          <p:cNvPr id="5" name="Picture 4" descr="image.jpg"/>
          <p:cNvPicPr>
            <a:picLocks noChangeAspect="1"/>
          </p:cNvPicPr>
          <p:nvPr/>
        </p:nvPicPr>
        <p:blipFill>
          <a:blip r:embed="rId5"/>
          <a:stretch>
            <a:fillRect/>
          </a:stretch>
        </p:blipFill>
        <p:spPr>
          <a:xfrm>
            <a:off x="660400" y="4241800"/>
            <a:ext cx="584200" cy="279400"/>
          </a:xfrm>
          <a:prstGeom prst="rect">
            <a:avLst/>
          </a:prstGeom>
        </p:spPr>
      </p:pic>
      <p:pic>
        <p:nvPicPr>
          <p:cNvPr id="6" name="Picture 5" descr="image.jpg"/>
          <p:cNvPicPr>
            <a:picLocks noChangeAspect="1"/>
          </p:cNvPicPr>
          <p:nvPr/>
        </p:nvPicPr>
        <p:blipFill>
          <a:blip r:embed="rId6"/>
          <a:stretch>
            <a:fillRect/>
          </a:stretch>
        </p:blipFill>
        <p:spPr>
          <a:xfrm>
            <a:off x="660400" y="3606800"/>
            <a:ext cx="584200" cy="279400"/>
          </a:xfrm>
          <a:prstGeom prst="rect">
            <a:avLst/>
          </a:prstGeom>
        </p:spPr>
      </p:pic>
      <p:pic>
        <p:nvPicPr>
          <p:cNvPr id="7" name="Picture 6" descr="image.jpg"/>
          <p:cNvPicPr>
            <a:picLocks noChangeAspect="1"/>
          </p:cNvPicPr>
          <p:nvPr/>
        </p:nvPicPr>
        <p:blipFill>
          <a:blip r:embed="rId7"/>
          <a:stretch>
            <a:fillRect/>
          </a:stretch>
        </p:blipFill>
        <p:spPr>
          <a:xfrm>
            <a:off x="660400" y="2971800"/>
            <a:ext cx="584200" cy="279400"/>
          </a:xfrm>
          <a:prstGeom prst="rect">
            <a:avLst/>
          </a:prstGeom>
        </p:spPr>
      </p:pic>
      <p:pic>
        <p:nvPicPr>
          <p:cNvPr id="8" name="Picture 7" descr="image.jpg"/>
          <p:cNvPicPr>
            <a:picLocks noChangeAspect="1"/>
          </p:cNvPicPr>
          <p:nvPr/>
        </p:nvPicPr>
        <p:blipFill>
          <a:blip r:embed="rId8"/>
          <a:stretch>
            <a:fillRect/>
          </a:stretch>
        </p:blipFill>
        <p:spPr>
          <a:xfrm>
            <a:off x="660400" y="2336800"/>
            <a:ext cx="584200" cy="279400"/>
          </a:xfrm>
          <a:prstGeom prst="rect">
            <a:avLst/>
          </a:prstGeom>
        </p:spPr>
      </p:pic>
      <p:pic>
        <p:nvPicPr>
          <p:cNvPr id="9" name="Picture 8" descr="image.jpg"/>
          <p:cNvPicPr>
            <a:picLocks noChangeAspect="1"/>
          </p:cNvPicPr>
          <p:nvPr/>
        </p:nvPicPr>
        <p:blipFill>
          <a:blip r:embed="rId9"/>
          <a:stretch>
            <a:fillRect/>
          </a:stretch>
        </p:blipFill>
        <p:spPr>
          <a:xfrm>
            <a:off x="660400" y="1701800"/>
            <a:ext cx="584200" cy="279400"/>
          </a:xfrm>
          <a:prstGeom prst="rect">
            <a:avLst/>
          </a:prstGeom>
        </p:spPr>
      </p:pic>
      <p:pic>
        <p:nvPicPr>
          <p:cNvPr id="10" name="Picture 9" descr="image.jpg"/>
          <p:cNvPicPr>
            <a:picLocks noChangeAspect="1"/>
          </p:cNvPicPr>
          <p:nvPr/>
        </p:nvPicPr>
        <p:blipFill>
          <a:blip r:embed="rId10"/>
          <a:stretch>
            <a:fillRect/>
          </a:stretch>
        </p:blipFill>
        <p:spPr>
          <a:xfrm>
            <a:off x="1231900" y="4978400"/>
            <a:ext cx="4013200" cy="95250"/>
          </a:xfrm>
          <a:prstGeom prst="rect">
            <a:avLst/>
          </a:prstGeom>
        </p:spPr>
      </p:pic>
      <p:pic>
        <p:nvPicPr>
          <p:cNvPr id="11" name="Picture 10" descr="image.jpg"/>
          <p:cNvPicPr>
            <a:picLocks noChangeAspect="1"/>
          </p:cNvPicPr>
          <p:nvPr/>
        </p:nvPicPr>
        <p:blipFill>
          <a:blip r:embed="rId11"/>
          <a:stretch>
            <a:fillRect/>
          </a:stretch>
        </p:blipFill>
        <p:spPr>
          <a:xfrm>
            <a:off x="1612900" y="2438400"/>
            <a:ext cx="1346200" cy="2616200"/>
          </a:xfrm>
          <a:prstGeom prst="rect">
            <a:avLst/>
          </a:prstGeom>
        </p:spPr>
      </p:pic>
      <p:pic>
        <p:nvPicPr>
          <p:cNvPr id="12" name="Picture 11" descr="image.jpg"/>
          <p:cNvPicPr>
            <a:picLocks noChangeAspect="1"/>
          </p:cNvPicPr>
          <p:nvPr/>
        </p:nvPicPr>
        <p:blipFill>
          <a:blip r:embed="rId12"/>
          <a:stretch>
            <a:fillRect/>
          </a:stretch>
        </p:blipFill>
        <p:spPr>
          <a:xfrm>
            <a:off x="2235200" y="2120900"/>
            <a:ext cx="101600" cy="711200"/>
          </a:xfrm>
          <a:prstGeom prst="rect">
            <a:avLst/>
          </a:prstGeom>
        </p:spPr>
      </p:pic>
      <p:pic>
        <p:nvPicPr>
          <p:cNvPr id="13" name="Picture 12" descr="image.jpg"/>
          <p:cNvPicPr>
            <a:picLocks noChangeAspect="1"/>
          </p:cNvPicPr>
          <p:nvPr/>
        </p:nvPicPr>
        <p:blipFill>
          <a:blip r:embed="rId13"/>
          <a:stretch>
            <a:fillRect/>
          </a:stretch>
        </p:blipFill>
        <p:spPr>
          <a:xfrm>
            <a:off x="1485900" y="1828800"/>
            <a:ext cx="1600200" cy="323850"/>
          </a:xfrm>
          <a:prstGeom prst="rect">
            <a:avLst/>
          </a:prstGeom>
        </p:spPr>
      </p:pic>
      <p:pic>
        <p:nvPicPr>
          <p:cNvPr id="14" name="Picture 13" descr="image.jpg"/>
          <p:cNvPicPr>
            <a:picLocks noChangeAspect="1"/>
          </p:cNvPicPr>
          <p:nvPr/>
        </p:nvPicPr>
        <p:blipFill>
          <a:blip r:embed="rId14"/>
          <a:stretch>
            <a:fillRect/>
          </a:stretch>
        </p:blipFill>
        <p:spPr>
          <a:xfrm>
            <a:off x="1485900" y="5041900"/>
            <a:ext cx="1600200" cy="292100"/>
          </a:xfrm>
          <a:prstGeom prst="rect">
            <a:avLst/>
          </a:prstGeom>
        </p:spPr>
      </p:pic>
      <p:pic>
        <p:nvPicPr>
          <p:cNvPr id="15" name="Picture 14" descr="image.jpg"/>
          <p:cNvPicPr>
            <a:picLocks noChangeAspect="1"/>
          </p:cNvPicPr>
          <p:nvPr/>
        </p:nvPicPr>
        <p:blipFill>
          <a:blip r:embed="rId15"/>
          <a:stretch>
            <a:fillRect/>
          </a:stretch>
        </p:blipFill>
        <p:spPr>
          <a:xfrm>
            <a:off x="3517900" y="4438650"/>
            <a:ext cx="1346200" cy="615950"/>
          </a:xfrm>
          <a:prstGeom prst="rect">
            <a:avLst/>
          </a:prstGeom>
        </p:spPr>
      </p:pic>
      <p:pic>
        <p:nvPicPr>
          <p:cNvPr id="16" name="Picture 15" descr="image.jpg"/>
          <p:cNvPicPr>
            <a:picLocks noChangeAspect="1"/>
          </p:cNvPicPr>
          <p:nvPr/>
        </p:nvPicPr>
        <p:blipFill>
          <a:blip r:embed="rId16"/>
          <a:stretch>
            <a:fillRect/>
          </a:stretch>
        </p:blipFill>
        <p:spPr>
          <a:xfrm>
            <a:off x="4140200" y="4375150"/>
            <a:ext cx="101600" cy="203200"/>
          </a:xfrm>
          <a:prstGeom prst="rect">
            <a:avLst/>
          </a:prstGeom>
        </p:spPr>
      </p:pic>
      <p:pic>
        <p:nvPicPr>
          <p:cNvPr id="17" name="Picture 16" descr="image.jpg"/>
          <p:cNvPicPr>
            <a:picLocks noChangeAspect="1"/>
          </p:cNvPicPr>
          <p:nvPr/>
        </p:nvPicPr>
        <p:blipFill>
          <a:blip r:embed="rId17"/>
          <a:stretch>
            <a:fillRect/>
          </a:stretch>
        </p:blipFill>
        <p:spPr>
          <a:xfrm>
            <a:off x="3390900" y="4083050"/>
            <a:ext cx="1600200" cy="323850"/>
          </a:xfrm>
          <a:prstGeom prst="rect">
            <a:avLst/>
          </a:prstGeom>
        </p:spPr>
      </p:pic>
      <p:pic>
        <p:nvPicPr>
          <p:cNvPr id="18" name="Picture 17" descr="image.jpg"/>
          <p:cNvPicPr>
            <a:picLocks noChangeAspect="1"/>
          </p:cNvPicPr>
          <p:nvPr/>
        </p:nvPicPr>
        <p:blipFill>
          <a:blip r:embed="rId18"/>
          <a:stretch>
            <a:fillRect/>
          </a:stretch>
        </p:blipFill>
        <p:spPr>
          <a:xfrm>
            <a:off x="3390900" y="5041900"/>
            <a:ext cx="1600200" cy="292100"/>
          </a:xfrm>
          <a:prstGeom prst="rect">
            <a:avLst/>
          </a:prstGeom>
        </p:spPr>
      </p:pic>
      <p:pic>
        <p:nvPicPr>
          <p:cNvPr id="19" name="Picture 18" descr="image.jpg"/>
          <p:cNvPicPr>
            <a:picLocks noChangeAspect="1"/>
          </p:cNvPicPr>
          <p:nvPr/>
        </p:nvPicPr>
        <p:blipFill>
          <a:blip r:embed="rId19"/>
          <a:stretch>
            <a:fillRect/>
          </a:stretch>
        </p:blipFill>
        <p:spPr>
          <a:xfrm>
            <a:off x="723900" y="5549900"/>
            <a:ext cx="5029200" cy="260350"/>
          </a:xfrm>
          <a:prstGeom prst="rect">
            <a:avLst/>
          </a:prstGeom>
        </p:spPr>
      </p:pic>
      <p:pic>
        <p:nvPicPr>
          <p:cNvPr id="20" name="Picture 19" descr="image.jpg"/>
          <p:cNvPicPr>
            <a:picLocks noChangeAspect="1"/>
          </p:cNvPicPr>
          <p:nvPr/>
        </p:nvPicPr>
        <p:blipFill>
          <a:blip r:embed="rId20"/>
          <a:stretch>
            <a:fillRect/>
          </a:stretch>
        </p:blipFill>
        <p:spPr>
          <a:xfrm>
            <a:off x="6311900" y="1422400"/>
            <a:ext cx="3632200" cy="3886200"/>
          </a:xfrm>
          <a:prstGeom prst="rect">
            <a:avLst/>
          </a:prstGeom>
        </p:spPr>
      </p:pic>
      <p:pic>
        <p:nvPicPr>
          <p:cNvPr id="21" name="Picture 20" descr="image.jpg"/>
          <p:cNvPicPr>
            <a:picLocks noChangeAspect="1"/>
          </p:cNvPicPr>
          <p:nvPr/>
        </p:nvPicPr>
        <p:blipFill>
          <a:blip r:embed="rId21"/>
          <a:stretch>
            <a:fillRect/>
          </a:stretch>
        </p:blipFill>
        <p:spPr>
          <a:xfrm>
            <a:off x="8274050" y="2914650"/>
            <a:ext cx="1028700" cy="1028700"/>
          </a:xfrm>
          <a:prstGeom prst="rect">
            <a:avLst/>
          </a:prstGeom>
        </p:spPr>
      </p:pic>
      <p:pic>
        <p:nvPicPr>
          <p:cNvPr id="22" name="Picture 21" descr="image.jpg"/>
          <p:cNvPicPr>
            <a:picLocks noChangeAspect="1"/>
          </p:cNvPicPr>
          <p:nvPr/>
        </p:nvPicPr>
        <p:blipFill>
          <a:blip r:embed="rId22"/>
          <a:stretch>
            <a:fillRect/>
          </a:stretch>
        </p:blipFill>
        <p:spPr>
          <a:xfrm>
            <a:off x="9194800" y="3340100"/>
            <a:ext cx="958850" cy="177800"/>
          </a:xfrm>
          <a:prstGeom prst="rect">
            <a:avLst/>
          </a:prstGeom>
        </p:spPr>
      </p:pic>
      <p:pic>
        <p:nvPicPr>
          <p:cNvPr id="23" name="Picture 22" descr="image.jpg"/>
          <p:cNvPicPr>
            <a:picLocks noChangeAspect="1"/>
          </p:cNvPicPr>
          <p:nvPr/>
        </p:nvPicPr>
        <p:blipFill>
          <a:blip r:embed="rId23"/>
          <a:stretch>
            <a:fillRect/>
          </a:stretch>
        </p:blipFill>
        <p:spPr>
          <a:xfrm>
            <a:off x="10083800" y="3251200"/>
            <a:ext cx="1473200" cy="342900"/>
          </a:xfrm>
          <a:prstGeom prst="rect">
            <a:avLst/>
          </a:prstGeom>
        </p:spPr>
      </p:pic>
      <p:pic>
        <p:nvPicPr>
          <p:cNvPr id="24" name="Picture 23" descr="image.jpg"/>
          <p:cNvPicPr>
            <a:picLocks noChangeAspect="1"/>
          </p:cNvPicPr>
          <p:nvPr/>
        </p:nvPicPr>
        <p:blipFill>
          <a:blip r:embed="rId24"/>
          <a:stretch>
            <a:fillRect/>
          </a:stretch>
        </p:blipFill>
        <p:spPr>
          <a:xfrm>
            <a:off x="6311900" y="5359400"/>
            <a:ext cx="52197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10"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par>
                                <p:cTn id="13" presetID="10" presetClass="entr" presetSubtype="0" fill="hold" nodeType="withEffect">
                                  <p:stCondLst>
                                    <p:cond delay="22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22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22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22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22" presetClass="entr" presetSubtype="4" fill="hold" nodeType="withEffect">
                                  <p:stCondLst>
                                    <p:cond delay="440"/>
                                  </p:stCondLst>
                                  <p:childTnLst>
                                    <p:set>
                                      <p:cBhvr>
                                        <p:cTn id="32" dur="1" fill="hold">
                                          <p:stCondLst>
                                            <p:cond delay="0"/>
                                          </p:stCondLst>
                                        </p:cTn>
                                        <p:tgtEl>
                                          <p:spTgt spid="11"/>
                                        </p:tgtEl>
                                        <p:attrNameLst>
                                          <p:attrName>style.visibility</p:attrName>
                                        </p:attrNameLst>
                                      </p:cBhvr>
                                      <p:to>
                                        <p:strVal val="visible"/>
                                      </p:to>
                                    </p:set>
                                    <p:animEffect transition="in" filter="wipe(up)">
                                      <p:cBhvr>
                                        <p:cTn id="33" dur="650"/>
                                        <p:tgtEl>
                                          <p:spTgt spid="11"/>
                                        </p:tgtEl>
                                      </p:cBhvr>
                                    </p:animEffect>
                                  </p:childTnLst>
                                </p:cTn>
                              </p:par>
                              <p:par>
                                <p:cTn id="34" presetID="10" presetClass="entr" presetSubtype="0" fill="hold" nodeType="withEffect">
                                  <p:stCondLst>
                                    <p:cond delay="66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66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42" presetClass="entr" presetSubtype="0" fill="hold" nodeType="withEffect">
                                  <p:stCondLst>
                                    <p:cond delay="88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anim calcmode="lin" valueType="num">
                                      <p:cBhvr>
                                        <p:cTn id="43" dur="500" decel="100000" fill="hold"/>
                                        <p:tgtEl>
                                          <p:spTgt spid="14"/>
                                        </p:tgtEl>
                                        <p:attrNameLst>
                                          <p:attrName>ppt_x</p:attrName>
                                        </p:attrNameLst>
                                      </p:cBhvr>
                                      <p:tavLst>
                                        <p:tav tm="0">
                                          <p:val>
                                            <p:strVal val="#ppt_x"/>
                                          </p:val>
                                        </p:tav>
                                        <p:tav tm="100000">
                                          <p:val>
                                            <p:strVal val="#ppt_x"/>
                                          </p:val>
                                        </p:tav>
                                      </p:tavLst>
                                    </p:anim>
                                    <p:anim calcmode="lin" valueType="num">
                                      <p:cBhvr>
                                        <p:cTn id="44" dur="500" decel="100000" fill="hold"/>
                                        <p:tgtEl>
                                          <p:spTgt spid="14"/>
                                        </p:tgtEl>
                                        <p:attrNameLst>
                                          <p:attrName>ppt_y</p:attrName>
                                        </p:attrNameLst>
                                      </p:cBhvr>
                                      <p:tavLst>
                                        <p:tav tm="0">
                                          <p:val>
                                            <p:strVal val="#ppt_y+0.04"/>
                                          </p:val>
                                        </p:tav>
                                        <p:tav tm="100000">
                                          <p:val>
                                            <p:strVal val="#ppt_y"/>
                                          </p:val>
                                        </p:tav>
                                      </p:tavLst>
                                    </p:anim>
                                  </p:childTnLst>
                                </p:cTn>
                              </p:par>
                              <p:par>
                                <p:cTn id="45" presetID="22" presetClass="entr" presetSubtype="8" fill="hold" nodeType="withEffect">
                                  <p:stCondLst>
                                    <p:cond delay="1100"/>
                                  </p:stCondLst>
                                  <p:childTnLst>
                                    <p:set>
                                      <p:cBhvr>
                                        <p:cTn id="46" dur="1" fill="hold">
                                          <p:stCondLst>
                                            <p:cond delay="0"/>
                                          </p:stCondLst>
                                        </p:cTn>
                                        <p:tgtEl>
                                          <p:spTgt spid="15"/>
                                        </p:tgtEl>
                                        <p:attrNameLst>
                                          <p:attrName>style.visibility</p:attrName>
                                        </p:attrNameLst>
                                      </p:cBhvr>
                                      <p:to>
                                        <p:strVal val="visible"/>
                                      </p:to>
                                    </p:set>
                                    <p:animEffect transition="in" filter="wipe(right)">
                                      <p:cBhvr>
                                        <p:cTn id="47" dur="650"/>
                                        <p:tgtEl>
                                          <p:spTgt spid="15"/>
                                        </p:tgtEl>
                                      </p:cBhvr>
                                    </p:animEffect>
                                  </p:childTnLst>
                                </p:cTn>
                              </p:par>
                              <p:par>
                                <p:cTn id="48" presetID="10" presetClass="entr" presetSubtype="0" fill="hold" nodeType="withEffect">
                                  <p:stCondLst>
                                    <p:cond delay="132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400"/>
                                        <p:tgtEl>
                                          <p:spTgt spid="16"/>
                                        </p:tgtEl>
                                      </p:cBhvr>
                                    </p:animEffect>
                                  </p:childTnLst>
                                </p:cTn>
                              </p:par>
                              <p:par>
                                <p:cTn id="51" presetID="10" presetClass="entr" presetSubtype="0" fill="hold" nodeType="withEffect">
                                  <p:stCondLst>
                                    <p:cond delay="132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42" presetClass="entr" presetSubtype="0" fill="hold" nodeType="withEffect">
                                  <p:stCondLst>
                                    <p:cond delay="154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anim calcmode="lin" valueType="num">
                                      <p:cBhvr>
                                        <p:cTn id="57" dur="500" decel="100000" fill="hold"/>
                                        <p:tgtEl>
                                          <p:spTgt spid="18"/>
                                        </p:tgtEl>
                                        <p:attrNameLst>
                                          <p:attrName>ppt_x</p:attrName>
                                        </p:attrNameLst>
                                      </p:cBhvr>
                                      <p:tavLst>
                                        <p:tav tm="0">
                                          <p:val>
                                            <p:strVal val="#ppt_x"/>
                                          </p:val>
                                        </p:tav>
                                        <p:tav tm="100000">
                                          <p:val>
                                            <p:strVal val="#ppt_x"/>
                                          </p:val>
                                        </p:tav>
                                      </p:tavLst>
                                    </p:anim>
                                    <p:anim calcmode="lin" valueType="num">
                                      <p:cBhvr>
                                        <p:cTn id="58" dur="500" decel="100000" fill="hold"/>
                                        <p:tgtEl>
                                          <p:spTgt spid="18"/>
                                        </p:tgtEl>
                                        <p:attrNameLst>
                                          <p:attrName>ppt_y</p:attrName>
                                        </p:attrNameLst>
                                      </p:cBhvr>
                                      <p:tavLst>
                                        <p:tav tm="0">
                                          <p:val>
                                            <p:strVal val="#ppt_y+0.04"/>
                                          </p:val>
                                        </p:tav>
                                        <p:tav tm="100000">
                                          <p:val>
                                            <p:strVal val="#ppt_y"/>
                                          </p:val>
                                        </p:tav>
                                      </p:tavLst>
                                    </p:anim>
                                  </p:childTnLst>
                                </p:cTn>
                              </p:par>
                              <p:par>
                                <p:cTn id="59" presetID="42" presetClass="entr" presetSubtype="0" fill="hold" nodeType="withEffect">
                                  <p:stCondLst>
                                    <p:cond delay="176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500"/>
                                        <p:tgtEl>
                                          <p:spTgt spid="19"/>
                                        </p:tgtEl>
                                      </p:cBhvr>
                                    </p:animEffect>
                                    <p:anim calcmode="lin" valueType="num">
                                      <p:cBhvr>
                                        <p:cTn id="62" dur="500" decel="100000" fill="hold"/>
                                        <p:tgtEl>
                                          <p:spTgt spid="19"/>
                                        </p:tgtEl>
                                        <p:attrNameLst>
                                          <p:attrName>ppt_x</p:attrName>
                                        </p:attrNameLst>
                                      </p:cBhvr>
                                      <p:tavLst>
                                        <p:tav tm="0">
                                          <p:val>
                                            <p:strVal val="#ppt_x"/>
                                          </p:val>
                                        </p:tav>
                                        <p:tav tm="100000">
                                          <p:val>
                                            <p:strVal val="#ppt_x"/>
                                          </p:val>
                                        </p:tav>
                                      </p:tavLst>
                                    </p:anim>
                                    <p:anim calcmode="lin" valueType="num">
                                      <p:cBhvr>
                                        <p:cTn id="63" dur="500" decel="100000" fill="hold"/>
                                        <p:tgtEl>
                                          <p:spTgt spid="19"/>
                                        </p:tgtEl>
                                        <p:attrNameLst>
                                          <p:attrName>ppt_y</p:attrName>
                                        </p:attrNameLst>
                                      </p:cBhvr>
                                      <p:tavLst>
                                        <p:tav tm="0">
                                          <p:val>
                                            <p:strVal val="#ppt_y+0.04"/>
                                          </p:val>
                                        </p:tav>
                                        <p:tav tm="100000">
                                          <p:val>
                                            <p:strVal val="#ppt_y"/>
                                          </p:val>
                                        </p:tav>
                                      </p:tavLst>
                                    </p:anim>
                                  </p:childTnLst>
                                </p:cTn>
                              </p:par>
                              <p:par>
                                <p:cTn id="64" presetID="22" presetClass="entr" presetSubtype="8" fill="hold" nodeType="withEffect">
                                  <p:stCondLst>
                                    <p:cond delay="1980"/>
                                  </p:stCondLst>
                                  <p:childTnLst>
                                    <p:set>
                                      <p:cBhvr>
                                        <p:cTn id="65" dur="1" fill="hold">
                                          <p:stCondLst>
                                            <p:cond delay="0"/>
                                          </p:stCondLst>
                                        </p:cTn>
                                        <p:tgtEl>
                                          <p:spTgt spid="20"/>
                                        </p:tgtEl>
                                        <p:attrNameLst>
                                          <p:attrName>style.visibility</p:attrName>
                                        </p:attrNameLst>
                                      </p:cBhvr>
                                      <p:to>
                                        <p:strVal val="visible"/>
                                      </p:to>
                                    </p:set>
                                    <p:animEffect transition="in" filter="wipe(right)">
                                      <p:cBhvr>
                                        <p:cTn id="66" dur="800"/>
                                        <p:tgtEl>
                                          <p:spTgt spid="20"/>
                                        </p:tgtEl>
                                      </p:cBhvr>
                                    </p:animEffect>
                                  </p:childTnLst>
                                </p:cTn>
                              </p:par>
                              <p:par>
                                <p:cTn id="67" presetID="22" presetClass="entr" presetSubtype="8" fill="hold" nodeType="withEffect">
                                  <p:stCondLst>
                                    <p:cond delay="2200"/>
                                  </p:stCondLst>
                                  <p:childTnLst>
                                    <p:set>
                                      <p:cBhvr>
                                        <p:cTn id="68" dur="1" fill="hold">
                                          <p:stCondLst>
                                            <p:cond delay="0"/>
                                          </p:stCondLst>
                                        </p:cTn>
                                        <p:tgtEl>
                                          <p:spTgt spid="22"/>
                                        </p:tgtEl>
                                        <p:attrNameLst>
                                          <p:attrName>style.visibility</p:attrName>
                                        </p:attrNameLst>
                                      </p:cBhvr>
                                      <p:to>
                                        <p:strVal val="visible"/>
                                      </p:to>
                                    </p:set>
                                    <p:animEffect transition="in" filter="wipe(right)">
                                      <p:cBhvr>
                                        <p:cTn id="69" dur="500"/>
                                        <p:tgtEl>
                                          <p:spTgt spid="22"/>
                                        </p:tgtEl>
                                      </p:cBhvr>
                                    </p:animEffect>
                                  </p:childTnLst>
                                </p:cTn>
                              </p:par>
                              <p:par>
                                <p:cTn id="70" presetID="42" presetClass="entr" presetSubtype="0" fill="hold" nodeType="withEffect">
                                  <p:stCondLst>
                                    <p:cond delay="242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anim calcmode="lin" valueType="num">
                                      <p:cBhvr>
                                        <p:cTn id="73" dur="500" decel="100000" fill="hold"/>
                                        <p:tgtEl>
                                          <p:spTgt spid="24"/>
                                        </p:tgtEl>
                                        <p:attrNameLst>
                                          <p:attrName>ppt_x</p:attrName>
                                        </p:attrNameLst>
                                      </p:cBhvr>
                                      <p:tavLst>
                                        <p:tav tm="0">
                                          <p:val>
                                            <p:strVal val="#ppt_x"/>
                                          </p:val>
                                        </p:tav>
                                        <p:tav tm="100000">
                                          <p:val>
                                            <p:strVal val="#ppt_x"/>
                                          </p:val>
                                        </p:tav>
                                      </p:tavLst>
                                    </p:anim>
                                    <p:anim calcmode="lin" valueType="num">
                                      <p:cBhvr>
                                        <p:cTn id="74" dur="5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450"/>
                                        <p:tgtEl>
                                          <p:spTgt spid="21"/>
                                        </p:tgtEl>
                                      </p:cBhvr>
                                    </p:animEffect>
                                  </p:childTnLst>
                                </p:cTn>
                              </p:par>
                              <p:par>
                                <p:cTn id="80" presetID="42" presetClass="entr" presetSubtype="0" fill="hold" nodeType="with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500"/>
                                        <p:tgtEl>
                                          <p:spTgt spid="23"/>
                                        </p:tgtEl>
                                      </p:cBhvr>
                                    </p:animEffect>
                                    <p:anim calcmode="lin" valueType="num">
                                      <p:cBhvr>
                                        <p:cTn id="83" dur="500" decel="100000" fill="hold"/>
                                        <p:tgtEl>
                                          <p:spTgt spid="23"/>
                                        </p:tgtEl>
                                        <p:attrNameLst>
                                          <p:attrName>ppt_x</p:attrName>
                                        </p:attrNameLst>
                                      </p:cBhvr>
                                      <p:tavLst>
                                        <p:tav tm="0">
                                          <p:val>
                                            <p:strVal val="#ppt_x"/>
                                          </p:val>
                                        </p:tav>
                                        <p:tav tm="100000">
                                          <p:val>
                                            <p:strVal val="#ppt_x"/>
                                          </p:val>
                                        </p:tav>
                                      </p:tavLst>
                                    </p:anim>
                                    <p:anim calcmode="lin" valueType="num">
                                      <p:cBhvr>
                                        <p:cTn id="84" dur="500" decel="100000" fill="hold"/>
                                        <p:tgtEl>
                                          <p:spTgt spid="23"/>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723900" y="1358900"/>
            <a:ext cx="7061200" cy="292100"/>
          </a:xfrm>
          <a:prstGeom prst="rect">
            <a:avLst/>
          </a:prstGeom>
        </p:spPr>
      </p:pic>
      <p:pic>
        <p:nvPicPr>
          <p:cNvPr id="4" name="Picture 3" descr="image.jpg"/>
          <p:cNvPicPr>
            <a:picLocks noChangeAspect="1"/>
          </p:cNvPicPr>
          <p:nvPr/>
        </p:nvPicPr>
        <p:blipFill>
          <a:blip r:embed="rId4"/>
          <a:stretch>
            <a:fillRect/>
          </a:stretch>
        </p:blipFill>
        <p:spPr>
          <a:xfrm>
            <a:off x="723900" y="1822450"/>
            <a:ext cx="2070100" cy="292100"/>
          </a:xfrm>
          <a:prstGeom prst="rect">
            <a:avLst/>
          </a:prstGeom>
        </p:spPr>
      </p:pic>
      <p:pic>
        <p:nvPicPr>
          <p:cNvPr id="5" name="Picture 4" descr="image.jpg"/>
          <p:cNvPicPr>
            <a:picLocks noChangeAspect="1"/>
          </p:cNvPicPr>
          <p:nvPr/>
        </p:nvPicPr>
        <p:blipFill>
          <a:blip r:embed="rId5"/>
          <a:stretch>
            <a:fillRect/>
          </a:stretch>
        </p:blipFill>
        <p:spPr>
          <a:xfrm>
            <a:off x="2819400" y="1771650"/>
            <a:ext cx="101600" cy="393700"/>
          </a:xfrm>
          <a:prstGeom prst="rect">
            <a:avLst/>
          </a:prstGeom>
        </p:spPr>
      </p:pic>
      <p:pic>
        <p:nvPicPr>
          <p:cNvPr id="6" name="Picture 5" descr="image.jpg"/>
          <p:cNvPicPr>
            <a:picLocks noChangeAspect="1"/>
          </p:cNvPicPr>
          <p:nvPr/>
        </p:nvPicPr>
        <p:blipFill>
          <a:blip r:embed="rId6"/>
          <a:stretch>
            <a:fillRect/>
          </a:stretch>
        </p:blipFill>
        <p:spPr>
          <a:xfrm>
            <a:off x="2921000" y="1822450"/>
            <a:ext cx="1981200" cy="292100"/>
          </a:xfrm>
          <a:prstGeom prst="rect">
            <a:avLst/>
          </a:prstGeom>
        </p:spPr>
      </p:pic>
      <p:pic>
        <p:nvPicPr>
          <p:cNvPr id="7" name="Picture 6" descr="image.jpg"/>
          <p:cNvPicPr>
            <a:picLocks noChangeAspect="1"/>
          </p:cNvPicPr>
          <p:nvPr/>
        </p:nvPicPr>
        <p:blipFill>
          <a:blip r:embed="rId7"/>
          <a:stretch>
            <a:fillRect/>
          </a:stretch>
        </p:blipFill>
        <p:spPr>
          <a:xfrm>
            <a:off x="723900" y="2381250"/>
            <a:ext cx="2070100" cy="292100"/>
          </a:xfrm>
          <a:prstGeom prst="rect">
            <a:avLst/>
          </a:prstGeom>
        </p:spPr>
      </p:pic>
      <p:pic>
        <p:nvPicPr>
          <p:cNvPr id="8" name="Picture 7" descr="image.jpg"/>
          <p:cNvPicPr>
            <a:picLocks noChangeAspect="1"/>
          </p:cNvPicPr>
          <p:nvPr/>
        </p:nvPicPr>
        <p:blipFill>
          <a:blip r:embed="rId8"/>
          <a:stretch>
            <a:fillRect/>
          </a:stretch>
        </p:blipFill>
        <p:spPr>
          <a:xfrm>
            <a:off x="2819400" y="2330450"/>
            <a:ext cx="101600" cy="393700"/>
          </a:xfrm>
          <a:prstGeom prst="rect">
            <a:avLst/>
          </a:prstGeom>
        </p:spPr>
      </p:pic>
      <p:pic>
        <p:nvPicPr>
          <p:cNvPr id="9" name="Picture 8" descr="image.jpg"/>
          <p:cNvPicPr>
            <a:picLocks noChangeAspect="1"/>
          </p:cNvPicPr>
          <p:nvPr/>
        </p:nvPicPr>
        <p:blipFill>
          <a:blip r:embed="rId9"/>
          <a:stretch>
            <a:fillRect/>
          </a:stretch>
        </p:blipFill>
        <p:spPr>
          <a:xfrm>
            <a:off x="2921000" y="2381250"/>
            <a:ext cx="1981200" cy="292100"/>
          </a:xfrm>
          <a:prstGeom prst="rect">
            <a:avLst/>
          </a:prstGeom>
        </p:spPr>
      </p:pic>
      <p:pic>
        <p:nvPicPr>
          <p:cNvPr id="10" name="Picture 9" descr="image.jpg"/>
          <p:cNvPicPr>
            <a:picLocks noChangeAspect="1"/>
          </p:cNvPicPr>
          <p:nvPr/>
        </p:nvPicPr>
        <p:blipFill>
          <a:blip r:embed="rId10"/>
          <a:stretch>
            <a:fillRect/>
          </a:stretch>
        </p:blipFill>
        <p:spPr>
          <a:xfrm>
            <a:off x="723900" y="2940050"/>
            <a:ext cx="2070100" cy="292100"/>
          </a:xfrm>
          <a:prstGeom prst="rect">
            <a:avLst/>
          </a:prstGeom>
        </p:spPr>
      </p:pic>
      <p:pic>
        <p:nvPicPr>
          <p:cNvPr id="11" name="Picture 10" descr="image.jpg"/>
          <p:cNvPicPr>
            <a:picLocks noChangeAspect="1"/>
          </p:cNvPicPr>
          <p:nvPr/>
        </p:nvPicPr>
        <p:blipFill>
          <a:blip r:embed="rId11"/>
          <a:stretch>
            <a:fillRect/>
          </a:stretch>
        </p:blipFill>
        <p:spPr>
          <a:xfrm>
            <a:off x="2819400" y="2889250"/>
            <a:ext cx="133350" cy="393700"/>
          </a:xfrm>
          <a:prstGeom prst="rect">
            <a:avLst/>
          </a:prstGeom>
        </p:spPr>
      </p:pic>
      <p:pic>
        <p:nvPicPr>
          <p:cNvPr id="12" name="Picture 11" descr="image.jpg"/>
          <p:cNvPicPr>
            <a:picLocks noChangeAspect="1"/>
          </p:cNvPicPr>
          <p:nvPr/>
        </p:nvPicPr>
        <p:blipFill>
          <a:blip r:embed="rId12"/>
          <a:stretch>
            <a:fillRect/>
          </a:stretch>
        </p:blipFill>
        <p:spPr>
          <a:xfrm>
            <a:off x="2952750" y="2940050"/>
            <a:ext cx="1981200" cy="292100"/>
          </a:xfrm>
          <a:prstGeom prst="rect">
            <a:avLst/>
          </a:prstGeom>
        </p:spPr>
      </p:pic>
      <p:pic>
        <p:nvPicPr>
          <p:cNvPr id="13" name="Picture 12" descr="image.jpg"/>
          <p:cNvPicPr>
            <a:picLocks noChangeAspect="1"/>
          </p:cNvPicPr>
          <p:nvPr/>
        </p:nvPicPr>
        <p:blipFill>
          <a:blip r:embed="rId13"/>
          <a:stretch>
            <a:fillRect/>
          </a:stretch>
        </p:blipFill>
        <p:spPr>
          <a:xfrm>
            <a:off x="723900" y="3498850"/>
            <a:ext cx="2070100" cy="292100"/>
          </a:xfrm>
          <a:prstGeom prst="rect">
            <a:avLst/>
          </a:prstGeom>
        </p:spPr>
      </p:pic>
      <p:pic>
        <p:nvPicPr>
          <p:cNvPr id="14" name="Picture 13" descr="image.jpg"/>
          <p:cNvPicPr>
            <a:picLocks noChangeAspect="1"/>
          </p:cNvPicPr>
          <p:nvPr/>
        </p:nvPicPr>
        <p:blipFill>
          <a:blip r:embed="rId14"/>
          <a:stretch>
            <a:fillRect/>
          </a:stretch>
        </p:blipFill>
        <p:spPr>
          <a:xfrm>
            <a:off x="2819400" y="3448050"/>
            <a:ext cx="368300" cy="393700"/>
          </a:xfrm>
          <a:prstGeom prst="rect">
            <a:avLst/>
          </a:prstGeom>
        </p:spPr>
      </p:pic>
      <p:pic>
        <p:nvPicPr>
          <p:cNvPr id="15" name="Picture 14" descr="image.jpg"/>
          <p:cNvPicPr>
            <a:picLocks noChangeAspect="1"/>
          </p:cNvPicPr>
          <p:nvPr/>
        </p:nvPicPr>
        <p:blipFill>
          <a:blip r:embed="rId15"/>
          <a:stretch>
            <a:fillRect/>
          </a:stretch>
        </p:blipFill>
        <p:spPr>
          <a:xfrm>
            <a:off x="3187700" y="3498850"/>
            <a:ext cx="1981200" cy="292100"/>
          </a:xfrm>
          <a:prstGeom prst="rect">
            <a:avLst/>
          </a:prstGeom>
        </p:spPr>
      </p:pic>
      <p:pic>
        <p:nvPicPr>
          <p:cNvPr id="16" name="Picture 15" descr="image.jpg"/>
          <p:cNvPicPr>
            <a:picLocks noChangeAspect="1"/>
          </p:cNvPicPr>
          <p:nvPr/>
        </p:nvPicPr>
        <p:blipFill>
          <a:blip r:embed="rId16"/>
          <a:stretch>
            <a:fillRect/>
          </a:stretch>
        </p:blipFill>
        <p:spPr>
          <a:xfrm>
            <a:off x="723900" y="4057650"/>
            <a:ext cx="2070100" cy="292100"/>
          </a:xfrm>
          <a:prstGeom prst="rect">
            <a:avLst/>
          </a:prstGeom>
        </p:spPr>
      </p:pic>
      <p:pic>
        <p:nvPicPr>
          <p:cNvPr id="17" name="Picture 16" descr="image.jpg"/>
          <p:cNvPicPr>
            <a:picLocks noChangeAspect="1"/>
          </p:cNvPicPr>
          <p:nvPr/>
        </p:nvPicPr>
        <p:blipFill>
          <a:blip r:embed="rId17"/>
          <a:stretch>
            <a:fillRect/>
          </a:stretch>
        </p:blipFill>
        <p:spPr>
          <a:xfrm>
            <a:off x="2819400" y="4006850"/>
            <a:ext cx="1231900" cy="393700"/>
          </a:xfrm>
          <a:prstGeom prst="rect">
            <a:avLst/>
          </a:prstGeom>
        </p:spPr>
      </p:pic>
      <p:pic>
        <p:nvPicPr>
          <p:cNvPr id="18" name="Picture 17" descr="image.jpg"/>
          <p:cNvPicPr>
            <a:picLocks noChangeAspect="1"/>
          </p:cNvPicPr>
          <p:nvPr/>
        </p:nvPicPr>
        <p:blipFill>
          <a:blip r:embed="rId18"/>
          <a:stretch>
            <a:fillRect/>
          </a:stretch>
        </p:blipFill>
        <p:spPr>
          <a:xfrm>
            <a:off x="4051300" y="4057650"/>
            <a:ext cx="1981200" cy="292100"/>
          </a:xfrm>
          <a:prstGeom prst="rect">
            <a:avLst/>
          </a:prstGeom>
        </p:spPr>
      </p:pic>
      <p:pic>
        <p:nvPicPr>
          <p:cNvPr id="19" name="Picture 18" descr="image.jpg"/>
          <p:cNvPicPr>
            <a:picLocks noChangeAspect="1"/>
          </p:cNvPicPr>
          <p:nvPr/>
        </p:nvPicPr>
        <p:blipFill>
          <a:blip r:embed="rId19"/>
          <a:stretch>
            <a:fillRect/>
          </a:stretch>
        </p:blipFill>
        <p:spPr>
          <a:xfrm>
            <a:off x="723900" y="4616450"/>
            <a:ext cx="2070100" cy="292100"/>
          </a:xfrm>
          <a:prstGeom prst="rect">
            <a:avLst/>
          </a:prstGeom>
        </p:spPr>
      </p:pic>
      <p:pic>
        <p:nvPicPr>
          <p:cNvPr id="20" name="Picture 19" descr="image.jpg"/>
          <p:cNvPicPr>
            <a:picLocks noChangeAspect="1"/>
          </p:cNvPicPr>
          <p:nvPr/>
        </p:nvPicPr>
        <p:blipFill>
          <a:blip r:embed="rId20"/>
          <a:stretch>
            <a:fillRect/>
          </a:stretch>
        </p:blipFill>
        <p:spPr>
          <a:xfrm>
            <a:off x="2819400" y="4565650"/>
            <a:ext cx="4902200" cy="393700"/>
          </a:xfrm>
          <a:prstGeom prst="rect">
            <a:avLst/>
          </a:prstGeom>
        </p:spPr>
      </p:pic>
      <p:pic>
        <p:nvPicPr>
          <p:cNvPr id="21" name="Picture 20" descr="image.jpg"/>
          <p:cNvPicPr>
            <a:picLocks noChangeAspect="1"/>
          </p:cNvPicPr>
          <p:nvPr/>
        </p:nvPicPr>
        <p:blipFill>
          <a:blip r:embed="rId21"/>
          <a:stretch>
            <a:fillRect/>
          </a:stretch>
        </p:blipFill>
        <p:spPr>
          <a:xfrm>
            <a:off x="7721600" y="4616450"/>
            <a:ext cx="1981200" cy="292100"/>
          </a:xfrm>
          <a:prstGeom prst="rect">
            <a:avLst/>
          </a:prstGeom>
        </p:spPr>
      </p:pic>
      <p:pic>
        <p:nvPicPr>
          <p:cNvPr id="22" name="Picture 21" descr="image.jpg"/>
          <p:cNvPicPr>
            <a:picLocks noChangeAspect="1"/>
          </p:cNvPicPr>
          <p:nvPr/>
        </p:nvPicPr>
        <p:blipFill>
          <a:blip r:embed="rId22"/>
          <a:stretch>
            <a:fillRect/>
          </a:stretch>
        </p:blipFill>
        <p:spPr>
          <a:xfrm>
            <a:off x="723900" y="5232400"/>
            <a:ext cx="7061200" cy="260350"/>
          </a:xfrm>
          <a:prstGeom prst="rect">
            <a:avLst/>
          </a:prstGeom>
        </p:spPr>
      </p:pic>
      <p:pic>
        <p:nvPicPr>
          <p:cNvPr id="23" name="Picture 22" descr="image.jpg"/>
          <p:cNvPicPr>
            <a:picLocks noChangeAspect="1"/>
          </p:cNvPicPr>
          <p:nvPr/>
        </p:nvPicPr>
        <p:blipFill>
          <a:blip r:embed="rId23"/>
          <a:stretch>
            <a:fillRect/>
          </a:stretch>
        </p:blipFill>
        <p:spPr>
          <a:xfrm>
            <a:off x="8343900" y="1485900"/>
            <a:ext cx="3187700" cy="1606550"/>
          </a:xfrm>
          <a:prstGeom prst="rect">
            <a:avLst/>
          </a:prstGeom>
        </p:spPr>
      </p:pic>
      <p:pic>
        <p:nvPicPr>
          <p:cNvPr id="24" name="Picture 23" descr="image.jpg"/>
          <p:cNvPicPr>
            <a:picLocks noChangeAspect="1"/>
          </p:cNvPicPr>
          <p:nvPr/>
        </p:nvPicPr>
        <p:blipFill>
          <a:blip r:embed="rId24"/>
          <a:stretch>
            <a:fillRect/>
          </a:stretch>
        </p:blipFill>
        <p:spPr>
          <a:xfrm>
            <a:off x="8343900" y="3263900"/>
            <a:ext cx="3187700" cy="14859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152"/>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10" presetClass="entr" presetSubtype="0" fill="hold" nodeType="withEffect">
                                  <p:stCondLst>
                                    <p:cond delay="304"/>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par>
                                <p:cTn id="18" presetID="42" presetClass="entr" presetSubtype="0" fill="hold" nodeType="withEffect">
                                  <p:stCondLst>
                                    <p:cond delay="456"/>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608"/>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10" presetClass="entr" presetSubtype="0" fill="hold" nodeType="withEffect">
                                  <p:stCondLst>
                                    <p:cond delay="76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00"/>
                                        <p:tgtEl>
                                          <p:spTgt spid="8"/>
                                        </p:tgtEl>
                                      </p:cBhvr>
                                    </p:animEffect>
                                  </p:childTnLst>
                                </p:cTn>
                              </p:par>
                              <p:par>
                                <p:cTn id="31" presetID="42" presetClass="entr" presetSubtype="0" fill="hold" nodeType="withEffect">
                                  <p:stCondLst>
                                    <p:cond delay="912"/>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decel="100000" fill="hold"/>
                                        <p:tgtEl>
                                          <p:spTgt spid="9"/>
                                        </p:tgtEl>
                                        <p:attrNameLst>
                                          <p:attrName>ppt_x</p:attrName>
                                        </p:attrNameLst>
                                      </p:cBhvr>
                                      <p:tavLst>
                                        <p:tav tm="0">
                                          <p:val>
                                            <p:strVal val="#ppt_x"/>
                                          </p:val>
                                        </p:tav>
                                        <p:tav tm="100000">
                                          <p:val>
                                            <p:strVal val="#ppt_x"/>
                                          </p:val>
                                        </p:tav>
                                      </p:tavLst>
                                    </p:anim>
                                    <p:anim calcmode="lin" valueType="num">
                                      <p:cBhvr>
                                        <p:cTn id="35" dur="500" decel="100000" fill="hold"/>
                                        <p:tgtEl>
                                          <p:spTgt spid="9"/>
                                        </p:tgtEl>
                                        <p:attrNameLst>
                                          <p:attrName>ppt_y</p:attrName>
                                        </p:attrNameLst>
                                      </p:cBhvr>
                                      <p:tavLst>
                                        <p:tav tm="0">
                                          <p:val>
                                            <p:strVal val="#ppt_y+0.04"/>
                                          </p:val>
                                        </p:tav>
                                        <p:tav tm="100000">
                                          <p:val>
                                            <p:strVal val="#ppt_y"/>
                                          </p:val>
                                        </p:tav>
                                      </p:tavLst>
                                    </p:anim>
                                  </p:childTnLst>
                                </p:cTn>
                              </p:par>
                              <p:par>
                                <p:cTn id="36" presetID="42" presetClass="entr" presetSubtype="0" fill="hold" nodeType="withEffect">
                                  <p:stCondLst>
                                    <p:cond delay="1064"/>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anim calcmode="lin" valueType="num">
                                      <p:cBhvr>
                                        <p:cTn id="39" dur="500" decel="100000" fill="hold"/>
                                        <p:tgtEl>
                                          <p:spTgt spid="10"/>
                                        </p:tgtEl>
                                        <p:attrNameLst>
                                          <p:attrName>ppt_x</p:attrName>
                                        </p:attrNameLst>
                                      </p:cBhvr>
                                      <p:tavLst>
                                        <p:tav tm="0">
                                          <p:val>
                                            <p:strVal val="#ppt_x"/>
                                          </p:val>
                                        </p:tav>
                                        <p:tav tm="100000">
                                          <p:val>
                                            <p:strVal val="#ppt_x"/>
                                          </p:val>
                                        </p:tav>
                                      </p:tavLst>
                                    </p:anim>
                                    <p:anim calcmode="lin" valueType="num">
                                      <p:cBhvr>
                                        <p:cTn id="40" dur="500" decel="100000" fill="hold"/>
                                        <p:tgtEl>
                                          <p:spTgt spid="10"/>
                                        </p:tgtEl>
                                        <p:attrNameLst>
                                          <p:attrName>ppt_y</p:attrName>
                                        </p:attrNameLst>
                                      </p:cBhvr>
                                      <p:tavLst>
                                        <p:tav tm="0">
                                          <p:val>
                                            <p:strVal val="#ppt_y+0.04"/>
                                          </p:val>
                                        </p:tav>
                                        <p:tav tm="100000">
                                          <p:val>
                                            <p:strVal val="#ppt_y"/>
                                          </p:val>
                                        </p:tav>
                                      </p:tavLst>
                                    </p:anim>
                                  </p:childTnLst>
                                </p:cTn>
                              </p:par>
                              <p:par>
                                <p:cTn id="41" presetID="22" presetClass="entr" presetSubtype="4" fill="hold" nodeType="withEffect">
                                  <p:stCondLst>
                                    <p:cond delay="1216"/>
                                  </p:stCondLst>
                                  <p:childTnLst>
                                    <p:set>
                                      <p:cBhvr>
                                        <p:cTn id="42" dur="1" fill="hold">
                                          <p:stCondLst>
                                            <p:cond delay="0"/>
                                          </p:stCondLst>
                                        </p:cTn>
                                        <p:tgtEl>
                                          <p:spTgt spid="11"/>
                                        </p:tgtEl>
                                        <p:attrNameLst>
                                          <p:attrName>style.visibility</p:attrName>
                                        </p:attrNameLst>
                                      </p:cBhvr>
                                      <p:to>
                                        <p:strVal val="visible"/>
                                      </p:to>
                                    </p:set>
                                    <p:animEffect transition="in" filter="wipe(up)">
                                      <p:cBhvr>
                                        <p:cTn id="43" dur="650"/>
                                        <p:tgtEl>
                                          <p:spTgt spid="11"/>
                                        </p:tgtEl>
                                      </p:cBhvr>
                                    </p:animEffect>
                                  </p:childTnLst>
                                </p:cTn>
                              </p:par>
                              <p:par>
                                <p:cTn id="44" presetID="42" presetClass="entr" presetSubtype="0" fill="hold" nodeType="withEffect">
                                  <p:stCondLst>
                                    <p:cond delay="1368"/>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anim calcmode="lin" valueType="num">
                                      <p:cBhvr>
                                        <p:cTn id="47" dur="500" decel="100000" fill="hold"/>
                                        <p:tgtEl>
                                          <p:spTgt spid="12"/>
                                        </p:tgtEl>
                                        <p:attrNameLst>
                                          <p:attrName>ppt_x</p:attrName>
                                        </p:attrNameLst>
                                      </p:cBhvr>
                                      <p:tavLst>
                                        <p:tav tm="0">
                                          <p:val>
                                            <p:strVal val="#ppt_x"/>
                                          </p:val>
                                        </p:tav>
                                        <p:tav tm="100000">
                                          <p:val>
                                            <p:strVal val="#ppt_x"/>
                                          </p:val>
                                        </p:tav>
                                      </p:tavLst>
                                    </p:anim>
                                    <p:anim calcmode="lin" valueType="num">
                                      <p:cBhvr>
                                        <p:cTn id="48" dur="500" decel="100000" fill="hold"/>
                                        <p:tgtEl>
                                          <p:spTgt spid="12"/>
                                        </p:tgtEl>
                                        <p:attrNameLst>
                                          <p:attrName>ppt_y</p:attrName>
                                        </p:attrNameLst>
                                      </p:cBhvr>
                                      <p:tavLst>
                                        <p:tav tm="0">
                                          <p:val>
                                            <p:strVal val="#ppt_y+0.04"/>
                                          </p:val>
                                        </p:tav>
                                        <p:tav tm="100000">
                                          <p:val>
                                            <p:strVal val="#ppt_y"/>
                                          </p:val>
                                        </p:tav>
                                      </p:tavLst>
                                    </p:anim>
                                  </p:childTnLst>
                                </p:cTn>
                              </p:par>
                              <p:par>
                                <p:cTn id="49" presetID="42" presetClass="entr" presetSubtype="0" fill="hold" nodeType="withEffect">
                                  <p:stCondLst>
                                    <p:cond delay="152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anim calcmode="lin" valueType="num">
                                      <p:cBhvr>
                                        <p:cTn id="52" dur="500" decel="100000" fill="hold"/>
                                        <p:tgtEl>
                                          <p:spTgt spid="13"/>
                                        </p:tgtEl>
                                        <p:attrNameLst>
                                          <p:attrName>ppt_x</p:attrName>
                                        </p:attrNameLst>
                                      </p:cBhvr>
                                      <p:tavLst>
                                        <p:tav tm="0">
                                          <p:val>
                                            <p:strVal val="#ppt_x"/>
                                          </p:val>
                                        </p:tav>
                                        <p:tav tm="100000">
                                          <p:val>
                                            <p:strVal val="#ppt_x"/>
                                          </p:val>
                                        </p:tav>
                                      </p:tavLst>
                                    </p:anim>
                                    <p:anim calcmode="lin" valueType="num">
                                      <p:cBhvr>
                                        <p:cTn id="53" dur="500" decel="100000" fill="hold"/>
                                        <p:tgtEl>
                                          <p:spTgt spid="13"/>
                                        </p:tgtEl>
                                        <p:attrNameLst>
                                          <p:attrName>ppt_y</p:attrName>
                                        </p:attrNameLst>
                                      </p:cBhvr>
                                      <p:tavLst>
                                        <p:tav tm="0">
                                          <p:val>
                                            <p:strVal val="#ppt_y+0.04"/>
                                          </p:val>
                                        </p:tav>
                                        <p:tav tm="100000">
                                          <p:val>
                                            <p:strVal val="#ppt_y"/>
                                          </p:val>
                                        </p:tav>
                                      </p:tavLst>
                                    </p:anim>
                                  </p:childTnLst>
                                </p:cTn>
                              </p:par>
                              <p:par>
                                <p:cTn id="54" presetID="10" presetClass="entr" presetSubtype="0" fill="hold" nodeType="withEffect">
                                  <p:stCondLst>
                                    <p:cond delay="1672"/>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450"/>
                                        <p:tgtEl>
                                          <p:spTgt spid="14"/>
                                        </p:tgtEl>
                                      </p:cBhvr>
                                    </p:animEffect>
                                  </p:childTnLst>
                                </p:cTn>
                              </p:par>
                              <p:par>
                                <p:cTn id="57" presetID="42" presetClass="entr" presetSubtype="0" fill="hold" nodeType="withEffect">
                                  <p:stCondLst>
                                    <p:cond delay="1824"/>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anim calcmode="lin" valueType="num">
                                      <p:cBhvr>
                                        <p:cTn id="60" dur="500" decel="100000" fill="hold"/>
                                        <p:tgtEl>
                                          <p:spTgt spid="15"/>
                                        </p:tgtEl>
                                        <p:attrNameLst>
                                          <p:attrName>ppt_x</p:attrName>
                                        </p:attrNameLst>
                                      </p:cBhvr>
                                      <p:tavLst>
                                        <p:tav tm="0">
                                          <p:val>
                                            <p:strVal val="#ppt_x"/>
                                          </p:val>
                                        </p:tav>
                                        <p:tav tm="100000">
                                          <p:val>
                                            <p:strVal val="#ppt_x"/>
                                          </p:val>
                                        </p:tav>
                                      </p:tavLst>
                                    </p:anim>
                                    <p:anim calcmode="lin" valueType="num">
                                      <p:cBhvr>
                                        <p:cTn id="61" dur="500" decel="100000" fill="hold"/>
                                        <p:tgtEl>
                                          <p:spTgt spid="15"/>
                                        </p:tgtEl>
                                        <p:attrNameLst>
                                          <p:attrName>ppt_y</p:attrName>
                                        </p:attrNameLst>
                                      </p:cBhvr>
                                      <p:tavLst>
                                        <p:tav tm="0">
                                          <p:val>
                                            <p:strVal val="#ppt_y+0.04"/>
                                          </p:val>
                                        </p:tav>
                                        <p:tav tm="100000">
                                          <p:val>
                                            <p:strVal val="#ppt_y"/>
                                          </p:val>
                                        </p:tav>
                                      </p:tavLst>
                                    </p:anim>
                                  </p:childTnLst>
                                </p:cTn>
                              </p:par>
                              <p:par>
                                <p:cTn id="62" presetID="42" presetClass="entr" presetSubtype="0" fill="hold" nodeType="withEffect">
                                  <p:stCondLst>
                                    <p:cond delay="1976"/>
                                  </p:stCondLst>
                                  <p:childTnLst>
                                    <p:set>
                                      <p:cBhvr>
                                        <p:cTn id="63" dur="1" fill="hold">
                                          <p:stCondLst>
                                            <p:cond delay="0"/>
                                          </p:stCondLst>
                                        </p:cTn>
                                        <p:tgtEl>
                                          <p:spTgt spid="16"/>
                                        </p:tgtEl>
                                        <p:attrNameLst>
                                          <p:attrName>style.visibility</p:attrName>
                                        </p:attrNameLst>
                                      </p:cBhvr>
                                      <p:to>
                                        <p:strVal val="visible"/>
                                      </p:to>
                                    </p:set>
                                    <p:animEffect transition="in" filter="fade">
                                      <p:cBhvr>
                                        <p:cTn id="64" dur="500"/>
                                        <p:tgtEl>
                                          <p:spTgt spid="16"/>
                                        </p:tgtEl>
                                      </p:cBhvr>
                                    </p:animEffect>
                                    <p:anim calcmode="lin" valueType="num">
                                      <p:cBhvr>
                                        <p:cTn id="65" dur="500" decel="100000" fill="hold"/>
                                        <p:tgtEl>
                                          <p:spTgt spid="16"/>
                                        </p:tgtEl>
                                        <p:attrNameLst>
                                          <p:attrName>ppt_x</p:attrName>
                                        </p:attrNameLst>
                                      </p:cBhvr>
                                      <p:tavLst>
                                        <p:tav tm="0">
                                          <p:val>
                                            <p:strVal val="#ppt_x"/>
                                          </p:val>
                                        </p:tav>
                                        <p:tav tm="100000">
                                          <p:val>
                                            <p:strVal val="#ppt_x"/>
                                          </p:val>
                                        </p:tav>
                                      </p:tavLst>
                                    </p:anim>
                                    <p:anim calcmode="lin" valueType="num">
                                      <p:cBhvr>
                                        <p:cTn id="66" dur="500" decel="100000" fill="hold"/>
                                        <p:tgtEl>
                                          <p:spTgt spid="16"/>
                                        </p:tgtEl>
                                        <p:attrNameLst>
                                          <p:attrName>ppt_y</p:attrName>
                                        </p:attrNameLst>
                                      </p:cBhvr>
                                      <p:tavLst>
                                        <p:tav tm="0">
                                          <p:val>
                                            <p:strVal val="#ppt_y+0.04"/>
                                          </p:val>
                                        </p:tav>
                                        <p:tav tm="100000">
                                          <p:val>
                                            <p:strVal val="#ppt_y"/>
                                          </p:val>
                                        </p:tav>
                                      </p:tavLst>
                                    </p:anim>
                                  </p:childTnLst>
                                </p:cTn>
                              </p:par>
                              <p:par>
                                <p:cTn id="67" presetID="22" presetClass="entr" presetSubtype="8" fill="hold" nodeType="withEffect">
                                  <p:stCondLst>
                                    <p:cond delay="2128"/>
                                  </p:stCondLst>
                                  <p:childTnLst>
                                    <p:set>
                                      <p:cBhvr>
                                        <p:cTn id="68" dur="1" fill="hold">
                                          <p:stCondLst>
                                            <p:cond delay="0"/>
                                          </p:stCondLst>
                                        </p:cTn>
                                        <p:tgtEl>
                                          <p:spTgt spid="17"/>
                                        </p:tgtEl>
                                        <p:attrNameLst>
                                          <p:attrName>style.visibility</p:attrName>
                                        </p:attrNameLst>
                                      </p:cBhvr>
                                      <p:to>
                                        <p:strVal val="visible"/>
                                      </p:to>
                                    </p:set>
                                    <p:animEffect transition="in" filter="wipe(right)">
                                      <p:cBhvr>
                                        <p:cTn id="69" dur="650"/>
                                        <p:tgtEl>
                                          <p:spTgt spid="17"/>
                                        </p:tgtEl>
                                      </p:cBhvr>
                                    </p:animEffect>
                                  </p:childTnLst>
                                </p:cTn>
                              </p:par>
                              <p:par>
                                <p:cTn id="70" presetID="42" presetClass="entr" presetSubtype="0" fill="hold" nodeType="withEffect">
                                  <p:stCondLst>
                                    <p:cond delay="228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p:cTn id="73" dur="500" decel="100000" fill="hold"/>
                                        <p:tgtEl>
                                          <p:spTgt spid="18"/>
                                        </p:tgtEl>
                                        <p:attrNameLst>
                                          <p:attrName>ppt_x</p:attrName>
                                        </p:attrNameLst>
                                      </p:cBhvr>
                                      <p:tavLst>
                                        <p:tav tm="0">
                                          <p:val>
                                            <p:strVal val="#ppt_x"/>
                                          </p:val>
                                        </p:tav>
                                        <p:tav tm="100000">
                                          <p:val>
                                            <p:strVal val="#ppt_x"/>
                                          </p:val>
                                        </p:tav>
                                      </p:tavLst>
                                    </p:anim>
                                    <p:anim calcmode="lin" valueType="num">
                                      <p:cBhvr>
                                        <p:cTn id="74" dur="500" decel="100000" fill="hold"/>
                                        <p:tgtEl>
                                          <p:spTgt spid="18"/>
                                        </p:tgtEl>
                                        <p:attrNameLst>
                                          <p:attrName>ppt_y</p:attrName>
                                        </p:attrNameLst>
                                      </p:cBhvr>
                                      <p:tavLst>
                                        <p:tav tm="0">
                                          <p:val>
                                            <p:strVal val="#ppt_y+0.04"/>
                                          </p:val>
                                        </p:tav>
                                        <p:tav tm="100000">
                                          <p:val>
                                            <p:strVal val="#ppt_y"/>
                                          </p:val>
                                        </p:tav>
                                      </p:tavLst>
                                    </p:anim>
                                  </p:childTnLst>
                                </p:cTn>
                              </p:par>
                              <p:par>
                                <p:cTn id="75" presetID="42" presetClass="entr" presetSubtype="0" fill="hold" nodeType="withEffect">
                                  <p:stCondLst>
                                    <p:cond delay="2432"/>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p:cTn id="78" dur="500" decel="100000" fill="hold"/>
                                        <p:tgtEl>
                                          <p:spTgt spid="19"/>
                                        </p:tgtEl>
                                        <p:attrNameLst>
                                          <p:attrName>ppt_x</p:attrName>
                                        </p:attrNameLst>
                                      </p:cBhvr>
                                      <p:tavLst>
                                        <p:tav tm="0">
                                          <p:val>
                                            <p:strVal val="#ppt_x"/>
                                          </p:val>
                                        </p:tav>
                                        <p:tav tm="100000">
                                          <p:val>
                                            <p:strVal val="#ppt_x"/>
                                          </p:val>
                                        </p:tav>
                                      </p:tavLst>
                                    </p:anim>
                                    <p:anim calcmode="lin" valueType="num">
                                      <p:cBhvr>
                                        <p:cTn id="79" dur="500" decel="100000" fill="hold"/>
                                        <p:tgtEl>
                                          <p:spTgt spid="19"/>
                                        </p:tgtEl>
                                        <p:attrNameLst>
                                          <p:attrName>ppt_y</p:attrName>
                                        </p:attrNameLst>
                                      </p:cBhvr>
                                      <p:tavLst>
                                        <p:tav tm="0">
                                          <p:val>
                                            <p:strVal val="#ppt_y+0.04"/>
                                          </p:val>
                                        </p:tav>
                                        <p:tav tm="100000">
                                          <p:val>
                                            <p:strVal val="#ppt_y"/>
                                          </p:val>
                                        </p:tav>
                                      </p:tavLst>
                                    </p:anim>
                                  </p:childTnLst>
                                </p:cTn>
                              </p:par>
                              <p:par>
                                <p:cTn id="80" presetID="22" presetClass="entr" presetSubtype="8" fill="hold" nodeType="withEffect">
                                  <p:stCondLst>
                                    <p:cond delay="2584"/>
                                  </p:stCondLst>
                                  <p:childTnLst>
                                    <p:set>
                                      <p:cBhvr>
                                        <p:cTn id="81" dur="1" fill="hold">
                                          <p:stCondLst>
                                            <p:cond delay="0"/>
                                          </p:stCondLst>
                                        </p:cTn>
                                        <p:tgtEl>
                                          <p:spTgt spid="20"/>
                                        </p:tgtEl>
                                        <p:attrNameLst>
                                          <p:attrName>style.visibility</p:attrName>
                                        </p:attrNameLst>
                                      </p:cBhvr>
                                      <p:to>
                                        <p:strVal val="visible"/>
                                      </p:to>
                                    </p:set>
                                    <p:animEffect transition="in" filter="wipe(right)">
                                      <p:cBhvr>
                                        <p:cTn id="82" dur="650"/>
                                        <p:tgtEl>
                                          <p:spTgt spid="20"/>
                                        </p:tgtEl>
                                      </p:cBhvr>
                                    </p:animEffect>
                                  </p:childTnLst>
                                </p:cTn>
                              </p:par>
                              <p:par>
                                <p:cTn id="83" presetID="42" presetClass="entr" presetSubtype="0" fill="hold" nodeType="withEffect">
                                  <p:stCondLst>
                                    <p:cond delay="2736"/>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decel="100000" fill="hold"/>
                                        <p:tgtEl>
                                          <p:spTgt spid="21"/>
                                        </p:tgtEl>
                                        <p:attrNameLst>
                                          <p:attrName>ppt_x</p:attrName>
                                        </p:attrNameLst>
                                      </p:cBhvr>
                                      <p:tavLst>
                                        <p:tav tm="0">
                                          <p:val>
                                            <p:strVal val="#ppt_x"/>
                                          </p:val>
                                        </p:tav>
                                        <p:tav tm="100000">
                                          <p:val>
                                            <p:strVal val="#ppt_x"/>
                                          </p:val>
                                        </p:tav>
                                      </p:tavLst>
                                    </p:anim>
                                    <p:anim calcmode="lin" valueType="num">
                                      <p:cBhvr>
                                        <p:cTn id="87" dur="500" decel="100000" fill="hold"/>
                                        <p:tgtEl>
                                          <p:spTgt spid="21"/>
                                        </p:tgtEl>
                                        <p:attrNameLst>
                                          <p:attrName>ppt_y</p:attrName>
                                        </p:attrNameLst>
                                      </p:cBhvr>
                                      <p:tavLst>
                                        <p:tav tm="0">
                                          <p:val>
                                            <p:strVal val="#ppt_y+0.04"/>
                                          </p:val>
                                        </p:tav>
                                        <p:tav tm="100000">
                                          <p:val>
                                            <p:strVal val="#ppt_y"/>
                                          </p:val>
                                        </p:tav>
                                      </p:tavLst>
                                    </p:anim>
                                  </p:childTnLst>
                                </p:cTn>
                              </p:par>
                              <p:par>
                                <p:cTn id="88" presetID="42" presetClass="entr" presetSubtype="0" fill="hold" nodeType="withEffect">
                                  <p:stCondLst>
                                    <p:cond delay="2888"/>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decel="100000" fill="hold"/>
                                        <p:tgtEl>
                                          <p:spTgt spid="22"/>
                                        </p:tgtEl>
                                        <p:attrNameLst>
                                          <p:attrName>ppt_x</p:attrName>
                                        </p:attrNameLst>
                                      </p:cBhvr>
                                      <p:tavLst>
                                        <p:tav tm="0">
                                          <p:val>
                                            <p:strVal val="#ppt_x"/>
                                          </p:val>
                                        </p:tav>
                                        <p:tav tm="100000">
                                          <p:val>
                                            <p:strVal val="#ppt_x"/>
                                          </p:val>
                                        </p:tav>
                                      </p:tavLst>
                                    </p:anim>
                                    <p:anim calcmode="lin" valueType="num">
                                      <p:cBhvr>
                                        <p:cTn id="92" dur="500" decel="100000" fill="hold"/>
                                        <p:tgtEl>
                                          <p:spTgt spid="22"/>
                                        </p:tgtEl>
                                        <p:attrNameLst>
                                          <p:attrName>ppt_y</p:attrName>
                                        </p:attrNameLst>
                                      </p:cBhvr>
                                      <p:tavLst>
                                        <p:tav tm="0">
                                          <p:val>
                                            <p:strVal val="#ppt_y+0.04"/>
                                          </p:val>
                                        </p:tav>
                                        <p:tav tm="100000">
                                          <p:val>
                                            <p:strVal val="#ppt_y"/>
                                          </p:val>
                                        </p:tav>
                                      </p:tavLst>
                                    </p:anim>
                                  </p:childTnLst>
                                </p:cTn>
                              </p:par>
                              <p:par>
                                <p:cTn id="93" presetID="42" presetClass="entr" presetSubtype="0" fill="hold" nodeType="withEffect">
                                  <p:stCondLst>
                                    <p:cond delay="304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decel="100000" fill="hold"/>
                                        <p:tgtEl>
                                          <p:spTgt spid="23"/>
                                        </p:tgtEl>
                                        <p:attrNameLst>
                                          <p:attrName>ppt_x</p:attrName>
                                        </p:attrNameLst>
                                      </p:cBhvr>
                                      <p:tavLst>
                                        <p:tav tm="0">
                                          <p:val>
                                            <p:strVal val="#ppt_x"/>
                                          </p:val>
                                        </p:tav>
                                        <p:tav tm="100000">
                                          <p:val>
                                            <p:strVal val="#ppt_x"/>
                                          </p:val>
                                        </p:tav>
                                      </p:tavLst>
                                    </p:anim>
                                    <p:anim calcmode="lin" valueType="num">
                                      <p:cBhvr>
                                        <p:cTn id="97" dur="500" decel="100000" fill="hold"/>
                                        <p:tgtEl>
                                          <p:spTgt spid="23"/>
                                        </p:tgtEl>
                                        <p:attrNameLst>
                                          <p:attrName>ppt_y</p:attrName>
                                        </p:attrNameLst>
                                      </p:cBhvr>
                                      <p:tavLst>
                                        <p:tav tm="0">
                                          <p:val>
                                            <p:strVal val="#ppt_y+0.04"/>
                                          </p:val>
                                        </p:tav>
                                        <p:tav tm="100000">
                                          <p:val>
                                            <p:strVal val="#ppt_y"/>
                                          </p:val>
                                        </p:tav>
                                      </p:tavLst>
                                    </p:anim>
                                  </p:childTnLst>
                                </p:cTn>
                              </p:par>
                              <p:par>
                                <p:cTn id="98" presetID="42" presetClass="entr" presetSubtype="0" fill="hold" nodeType="withEffect">
                                  <p:stCondLst>
                                    <p:cond delay="3192"/>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decel="100000" fill="hold"/>
                                        <p:tgtEl>
                                          <p:spTgt spid="24"/>
                                        </p:tgtEl>
                                        <p:attrNameLst>
                                          <p:attrName>ppt_x</p:attrName>
                                        </p:attrNameLst>
                                      </p:cBhvr>
                                      <p:tavLst>
                                        <p:tav tm="0">
                                          <p:val>
                                            <p:strVal val="#ppt_x"/>
                                          </p:val>
                                        </p:tav>
                                        <p:tav tm="100000">
                                          <p:val>
                                            <p:strVal val="#ppt_x"/>
                                          </p:val>
                                        </p:tav>
                                      </p:tavLst>
                                    </p:anim>
                                    <p:anim calcmode="lin" valueType="num">
                                      <p:cBhvr>
                                        <p:cTn id="102" dur="5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5295900"/>
            <a:ext cx="6680200" cy="260350"/>
          </a:xfrm>
          <a:prstGeom prst="rect">
            <a:avLst/>
          </a:prstGeom>
        </p:spPr>
      </p:pic>
      <p:pic>
        <p:nvPicPr>
          <p:cNvPr id="4" name="Picture 3" descr="image.jpg"/>
          <p:cNvPicPr>
            <a:picLocks noChangeAspect="1"/>
          </p:cNvPicPr>
          <p:nvPr/>
        </p:nvPicPr>
        <p:blipFill>
          <a:blip r:embed="rId4"/>
          <a:stretch>
            <a:fillRect/>
          </a:stretch>
        </p:blipFill>
        <p:spPr>
          <a:xfrm>
            <a:off x="7581900" y="1358900"/>
            <a:ext cx="3949700" cy="1358900"/>
          </a:xfrm>
          <a:prstGeom prst="rect">
            <a:avLst/>
          </a:prstGeom>
        </p:spPr>
      </p:pic>
      <p:pic>
        <p:nvPicPr>
          <p:cNvPr id="5" name="Picture 4" descr="image.jpg"/>
          <p:cNvPicPr>
            <a:picLocks noChangeAspect="1"/>
          </p:cNvPicPr>
          <p:nvPr/>
        </p:nvPicPr>
        <p:blipFill>
          <a:blip r:embed="rId5"/>
          <a:stretch>
            <a:fillRect/>
          </a:stretch>
        </p:blipFill>
        <p:spPr>
          <a:xfrm>
            <a:off x="7581900" y="2819400"/>
            <a:ext cx="3949700" cy="1143000"/>
          </a:xfrm>
          <a:prstGeom prst="rect">
            <a:avLst/>
          </a:prstGeom>
        </p:spPr>
      </p:pic>
      <p:pic>
        <p:nvPicPr>
          <p:cNvPr id="6" name="Picture 5" descr="image.jpg"/>
          <p:cNvPicPr>
            <a:picLocks noChangeAspect="1"/>
          </p:cNvPicPr>
          <p:nvPr/>
        </p:nvPicPr>
        <p:blipFill>
          <a:blip r:embed="rId6"/>
          <a:stretch>
            <a:fillRect/>
          </a:stretch>
        </p:blipFill>
        <p:spPr>
          <a:xfrm>
            <a:off x="7581900" y="4279900"/>
            <a:ext cx="3949700" cy="1143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par>
                                <p:cTn id="20" presetID="42" presetClass="entr" presetSubtype="0" fill="hold" nodeType="withEffect">
                                  <p:stCondLst>
                                    <p:cond delay="6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295400"/>
            <a:ext cx="5283200" cy="1981200"/>
          </a:xfrm>
          <a:prstGeom prst="rect">
            <a:avLst/>
          </a:prstGeom>
        </p:spPr>
      </p:pic>
      <p:pic>
        <p:nvPicPr>
          <p:cNvPr id="4" name="Picture 3" descr="image.jpg"/>
          <p:cNvPicPr>
            <a:picLocks noChangeAspect="1"/>
          </p:cNvPicPr>
          <p:nvPr/>
        </p:nvPicPr>
        <p:blipFill>
          <a:blip r:embed="rId4"/>
          <a:stretch>
            <a:fillRect/>
          </a:stretch>
        </p:blipFill>
        <p:spPr>
          <a:xfrm>
            <a:off x="6248400" y="1295400"/>
            <a:ext cx="5283200" cy="1981200"/>
          </a:xfrm>
          <a:prstGeom prst="rect">
            <a:avLst/>
          </a:prstGeom>
        </p:spPr>
      </p:pic>
      <p:pic>
        <p:nvPicPr>
          <p:cNvPr id="5" name="Picture 4" descr="image.jpg"/>
          <p:cNvPicPr>
            <a:picLocks noChangeAspect="1"/>
          </p:cNvPicPr>
          <p:nvPr/>
        </p:nvPicPr>
        <p:blipFill>
          <a:blip r:embed="rId5"/>
          <a:stretch>
            <a:fillRect/>
          </a:stretch>
        </p:blipFill>
        <p:spPr>
          <a:xfrm>
            <a:off x="673100" y="3422650"/>
            <a:ext cx="6426200" cy="292100"/>
          </a:xfrm>
          <a:prstGeom prst="rect">
            <a:avLst/>
          </a:prstGeom>
        </p:spPr>
      </p:pic>
      <p:pic>
        <p:nvPicPr>
          <p:cNvPr id="6" name="Picture 5" descr="image.jpg"/>
          <p:cNvPicPr>
            <a:picLocks noChangeAspect="1"/>
          </p:cNvPicPr>
          <p:nvPr/>
        </p:nvPicPr>
        <p:blipFill>
          <a:blip r:embed="rId6"/>
          <a:stretch>
            <a:fillRect/>
          </a:stretch>
        </p:blipFill>
        <p:spPr>
          <a:xfrm>
            <a:off x="673100" y="3822700"/>
            <a:ext cx="2387600" cy="292100"/>
          </a:xfrm>
          <a:prstGeom prst="rect">
            <a:avLst/>
          </a:prstGeom>
        </p:spPr>
      </p:pic>
      <p:pic>
        <p:nvPicPr>
          <p:cNvPr id="7" name="Picture 6" descr="image.jpg"/>
          <p:cNvPicPr>
            <a:picLocks noChangeAspect="1"/>
          </p:cNvPicPr>
          <p:nvPr/>
        </p:nvPicPr>
        <p:blipFill>
          <a:blip r:embed="rId7"/>
          <a:stretch>
            <a:fillRect/>
          </a:stretch>
        </p:blipFill>
        <p:spPr>
          <a:xfrm>
            <a:off x="3086100" y="3771900"/>
            <a:ext cx="361950" cy="393700"/>
          </a:xfrm>
          <a:prstGeom prst="rect">
            <a:avLst/>
          </a:prstGeom>
        </p:spPr>
      </p:pic>
      <p:pic>
        <p:nvPicPr>
          <p:cNvPr id="8" name="Picture 7" descr="image.jpg"/>
          <p:cNvPicPr>
            <a:picLocks noChangeAspect="1"/>
          </p:cNvPicPr>
          <p:nvPr/>
        </p:nvPicPr>
        <p:blipFill>
          <a:blip r:embed="rId8"/>
          <a:stretch>
            <a:fillRect/>
          </a:stretch>
        </p:blipFill>
        <p:spPr>
          <a:xfrm>
            <a:off x="3448050" y="3822700"/>
            <a:ext cx="1981200" cy="292100"/>
          </a:xfrm>
          <a:prstGeom prst="rect">
            <a:avLst/>
          </a:prstGeom>
        </p:spPr>
      </p:pic>
      <p:pic>
        <p:nvPicPr>
          <p:cNvPr id="9" name="Picture 8" descr="image.jpg"/>
          <p:cNvPicPr>
            <a:picLocks noChangeAspect="1"/>
          </p:cNvPicPr>
          <p:nvPr/>
        </p:nvPicPr>
        <p:blipFill>
          <a:blip r:embed="rId9"/>
          <a:stretch>
            <a:fillRect/>
          </a:stretch>
        </p:blipFill>
        <p:spPr>
          <a:xfrm>
            <a:off x="673100" y="4356100"/>
            <a:ext cx="2387600" cy="292100"/>
          </a:xfrm>
          <a:prstGeom prst="rect">
            <a:avLst/>
          </a:prstGeom>
        </p:spPr>
      </p:pic>
      <p:pic>
        <p:nvPicPr>
          <p:cNvPr id="10" name="Picture 9" descr="image.jpg"/>
          <p:cNvPicPr>
            <a:picLocks noChangeAspect="1"/>
          </p:cNvPicPr>
          <p:nvPr/>
        </p:nvPicPr>
        <p:blipFill>
          <a:blip r:embed="rId10"/>
          <a:stretch>
            <a:fillRect/>
          </a:stretch>
        </p:blipFill>
        <p:spPr>
          <a:xfrm>
            <a:off x="3086100" y="4305300"/>
            <a:ext cx="1200150" cy="393700"/>
          </a:xfrm>
          <a:prstGeom prst="rect">
            <a:avLst/>
          </a:prstGeom>
        </p:spPr>
      </p:pic>
      <p:pic>
        <p:nvPicPr>
          <p:cNvPr id="11" name="Picture 10" descr="image.jpg"/>
          <p:cNvPicPr>
            <a:picLocks noChangeAspect="1"/>
          </p:cNvPicPr>
          <p:nvPr/>
        </p:nvPicPr>
        <p:blipFill>
          <a:blip r:embed="rId11"/>
          <a:stretch>
            <a:fillRect/>
          </a:stretch>
        </p:blipFill>
        <p:spPr>
          <a:xfrm>
            <a:off x="4286250" y="4356100"/>
            <a:ext cx="1981200" cy="292100"/>
          </a:xfrm>
          <a:prstGeom prst="rect">
            <a:avLst/>
          </a:prstGeom>
        </p:spPr>
      </p:pic>
      <p:pic>
        <p:nvPicPr>
          <p:cNvPr id="12" name="Picture 11" descr="image.jpg"/>
          <p:cNvPicPr>
            <a:picLocks noChangeAspect="1"/>
          </p:cNvPicPr>
          <p:nvPr/>
        </p:nvPicPr>
        <p:blipFill>
          <a:blip r:embed="rId12"/>
          <a:stretch>
            <a:fillRect/>
          </a:stretch>
        </p:blipFill>
        <p:spPr>
          <a:xfrm>
            <a:off x="673100" y="4889500"/>
            <a:ext cx="2387600" cy="292100"/>
          </a:xfrm>
          <a:prstGeom prst="rect">
            <a:avLst/>
          </a:prstGeom>
        </p:spPr>
      </p:pic>
      <p:pic>
        <p:nvPicPr>
          <p:cNvPr id="13" name="Picture 12" descr="image.jpg"/>
          <p:cNvPicPr>
            <a:picLocks noChangeAspect="1"/>
          </p:cNvPicPr>
          <p:nvPr/>
        </p:nvPicPr>
        <p:blipFill>
          <a:blip r:embed="rId13"/>
          <a:stretch>
            <a:fillRect/>
          </a:stretch>
        </p:blipFill>
        <p:spPr>
          <a:xfrm>
            <a:off x="3086100" y="4838700"/>
            <a:ext cx="4394200" cy="393700"/>
          </a:xfrm>
          <a:prstGeom prst="rect">
            <a:avLst/>
          </a:prstGeom>
        </p:spPr>
      </p:pic>
      <p:pic>
        <p:nvPicPr>
          <p:cNvPr id="14" name="Picture 13" descr="image.jpg"/>
          <p:cNvPicPr>
            <a:picLocks noChangeAspect="1"/>
          </p:cNvPicPr>
          <p:nvPr/>
        </p:nvPicPr>
        <p:blipFill>
          <a:blip r:embed="rId14"/>
          <a:stretch>
            <a:fillRect/>
          </a:stretch>
        </p:blipFill>
        <p:spPr>
          <a:xfrm>
            <a:off x="7480300" y="4889500"/>
            <a:ext cx="1981200" cy="292100"/>
          </a:xfrm>
          <a:prstGeom prst="rect">
            <a:avLst/>
          </a:prstGeom>
        </p:spPr>
      </p:pic>
      <p:pic>
        <p:nvPicPr>
          <p:cNvPr id="15" name="Picture 14" descr="image.jpg"/>
          <p:cNvPicPr>
            <a:picLocks noChangeAspect="1"/>
          </p:cNvPicPr>
          <p:nvPr/>
        </p:nvPicPr>
        <p:blipFill>
          <a:blip r:embed="rId15"/>
          <a:stretch>
            <a:fillRect/>
          </a:stretch>
        </p:blipFill>
        <p:spPr>
          <a:xfrm>
            <a:off x="8216900" y="3708400"/>
            <a:ext cx="3314700" cy="1308100"/>
          </a:xfrm>
          <a:prstGeom prst="rect">
            <a:avLst/>
          </a:prstGeom>
        </p:spPr>
      </p:pic>
      <p:pic>
        <p:nvPicPr>
          <p:cNvPr id="16" name="Picture 15" descr="image.jpg"/>
          <p:cNvPicPr>
            <a:picLocks noChangeAspect="1"/>
          </p:cNvPicPr>
          <p:nvPr/>
        </p:nvPicPr>
        <p:blipFill>
          <a:blip r:embed="rId16"/>
          <a:stretch>
            <a:fillRect/>
          </a:stretch>
        </p:blipFill>
        <p:spPr>
          <a:xfrm>
            <a:off x="673100" y="5486400"/>
            <a:ext cx="7378700" cy="26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par>
                                <p:cTn id="20" presetID="42" presetClass="entr" presetSubtype="0" fill="hold" nodeType="withEffect">
                                  <p:stCondLst>
                                    <p:cond delay="6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04"/>
                                          </p:val>
                                        </p:tav>
                                        <p:tav tm="100000">
                                          <p:val>
                                            <p:strVal val="#ppt_y"/>
                                          </p:val>
                                        </p:tav>
                                      </p:tavLst>
                                    </p:anim>
                                  </p:childTnLst>
                                </p:cTn>
                              </p:par>
                              <p:par>
                                <p:cTn id="25" presetID="10" presetClass="entr" presetSubtype="0" fill="hold" nodeType="withEffect">
                                  <p:stCondLst>
                                    <p:cond delay="88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50"/>
                                        <p:tgtEl>
                                          <p:spTgt spid="7"/>
                                        </p:tgtEl>
                                      </p:cBhvr>
                                    </p:animEffect>
                                  </p:childTnLst>
                                </p:cTn>
                              </p:par>
                              <p:par>
                                <p:cTn id="28" presetID="10" presetClass="entr" presetSubtype="0"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00"/>
                                        <p:tgtEl>
                                          <p:spTgt spid="8"/>
                                        </p:tgtEl>
                                      </p:cBhvr>
                                    </p:animEffect>
                                  </p:childTnLst>
                                </p:cTn>
                              </p:par>
                              <p:par>
                                <p:cTn id="31" presetID="42" presetClass="entr" presetSubtype="0" fill="hold" nodeType="withEffect">
                                  <p:stCondLst>
                                    <p:cond delay="132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decel="100000" fill="hold"/>
                                        <p:tgtEl>
                                          <p:spTgt spid="9"/>
                                        </p:tgtEl>
                                        <p:attrNameLst>
                                          <p:attrName>ppt_x</p:attrName>
                                        </p:attrNameLst>
                                      </p:cBhvr>
                                      <p:tavLst>
                                        <p:tav tm="0">
                                          <p:val>
                                            <p:strVal val="#ppt_x"/>
                                          </p:val>
                                        </p:tav>
                                        <p:tav tm="100000">
                                          <p:val>
                                            <p:strVal val="#ppt_x"/>
                                          </p:val>
                                        </p:tav>
                                      </p:tavLst>
                                    </p:anim>
                                    <p:anim calcmode="lin" valueType="num">
                                      <p:cBhvr>
                                        <p:cTn id="35" dur="500" decel="100000" fill="hold"/>
                                        <p:tgtEl>
                                          <p:spTgt spid="9"/>
                                        </p:tgtEl>
                                        <p:attrNameLst>
                                          <p:attrName>ppt_y</p:attrName>
                                        </p:attrNameLst>
                                      </p:cBhvr>
                                      <p:tavLst>
                                        <p:tav tm="0">
                                          <p:val>
                                            <p:strVal val="#ppt_y+0.04"/>
                                          </p:val>
                                        </p:tav>
                                        <p:tav tm="100000">
                                          <p:val>
                                            <p:strVal val="#ppt_y"/>
                                          </p:val>
                                        </p:tav>
                                      </p:tavLst>
                                    </p:anim>
                                  </p:childTnLst>
                                </p:cTn>
                              </p:par>
                              <p:par>
                                <p:cTn id="36" presetID="22" presetClass="entr" presetSubtype="8" fill="hold" nodeType="withEffect">
                                  <p:stCondLst>
                                    <p:cond delay="1540"/>
                                  </p:stCondLst>
                                  <p:childTnLst>
                                    <p:set>
                                      <p:cBhvr>
                                        <p:cTn id="37" dur="1" fill="hold">
                                          <p:stCondLst>
                                            <p:cond delay="0"/>
                                          </p:stCondLst>
                                        </p:cTn>
                                        <p:tgtEl>
                                          <p:spTgt spid="10"/>
                                        </p:tgtEl>
                                        <p:attrNameLst>
                                          <p:attrName>style.visibility</p:attrName>
                                        </p:attrNameLst>
                                      </p:cBhvr>
                                      <p:to>
                                        <p:strVal val="visible"/>
                                      </p:to>
                                    </p:set>
                                    <p:animEffect transition="in" filter="wipe(right)">
                                      <p:cBhvr>
                                        <p:cTn id="38" dur="650"/>
                                        <p:tgtEl>
                                          <p:spTgt spid="10"/>
                                        </p:tgtEl>
                                      </p:cBhvr>
                                    </p:animEffect>
                                  </p:childTnLst>
                                </p:cTn>
                              </p:par>
                              <p:par>
                                <p:cTn id="39" presetID="10" presetClass="entr" presetSubtype="0" fill="hold" nodeType="withEffect">
                                  <p:stCondLst>
                                    <p:cond delay="176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400"/>
                                        <p:tgtEl>
                                          <p:spTgt spid="11"/>
                                        </p:tgtEl>
                                      </p:cBhvr>
                                    </p:animEffect>
                                  </p:childTnLst>
                                </p:cTn>
                              </p:par>
                              <p:par>
                                <p:cTn id="42" presetID="42" presetClass="entr" presetSubtype="0" fill="hold" nodeType="withEffect">
                                  <p:stCondLst>
                                    <p:cond delay="198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500"/>
                                        <p:tgtEl>
                                          <p:spTgt spid="12"/>
                                        </p:tgtEl>
                                      </p:cBhvr>
                                    </p:animEffect>
                                    <p:anim calcmode="lin" valueType="num">
                                      <p:cBhvr>
                                        <p:cTn id="45" dur="500" decel="100000" fill="hold"/>
                                        <p:tgtEl>
                                          <p:spTgt spid="12"/>
                                        </p:tgtEl>
                                        <p:attrNameLst>
                                          <p:attrName>ppt_x</p:attrName>
                                        </p:attrNameLst>
                                      </p:cBhvr>
                                      <p:tavLst>
                                        <p:tav tm="0">
                                          <p:val>
                                            <p:strVal val="#ppt_x"/>
                                          </p:val>
                                        </p:tav>
                                        <p:tav tm="100000">
                                          <p:val>
                                            <p:strVal val="#ppt_x"/>
                                          </p:val>
                                        </p:tav>
                                      </p:tavLst>
                                    </p:anim>
                                    <p:anim calcmode="lin" valueType="num">
                                      <p:cBhvr>
                                        <p:cTn id="46" dur="500" decel="100000" fill="hold"/>
                                        <p:tgtEl>
                                          <p:spTgt spid="12"/>
                                        </p:tgtEl>
                                        <p:attrNameLst>
                                          <p:attrName>ppt_y</p:attrName>
                                        </p:attrNameLst>
                                      </p:cBhvr>
                                      <p:tavLst>
                                        <p:tav tm="0">
                                          <p:val>
                                            <p:strVal val="#ppt_y+0.04"/>
                                          </p:val>
                                        </p:tav>
                                        <p:tav tm="100000">
                                          <p:val>
                                            <p:strVal val="#ppt_y"/>
                                          </p:val>
                                        </p:tav>
                                      </p:tavLst>
                                    </p:anim>
                                  </p:childTnLst>
                                </p:cTn>
                              </p:par>
                              <p:par>
                                <p:cTn id="47" presetID="22" presetClass="entr" presetSubtype="8" fill="hold" nodeType="withEffect">
                                  <p:stCondLst>
                                    <p:cond delay="2200"/>
                                  </p:stCondLst>
                                  <p:childTnLst>
                                    <p:set>
                                      <p:cBhvr>
                                        <p:cTn id="48" dur="1" fill="hold">
                                          <p:stCondLst>
                                            <p:cond delay="0"/>
                                          </p:stCondLst>
                                        </p:cTn>
                                        <p:tgtEl>
                                          <p:spTgt spid="13"/>
                                        </p:tgtEl>
                                        <p:attrNameLst>
                                          <p:attrName>style.visibility</p:attrName>
                                        </p:attrNameLst>
                                      </p:cBhvr>
                                      <p:to>
                                        <p:strVal val="visible"/>
                                      </p:to>
                                    </p:set>
                                    <p:animEffect transition="in" filter="wipe(right)">
                                      <p:cBhvr>
                                        <p:cTn id="49" dur="650"/>
                                        <p:tgtEl>
                                          <p:spTgt spid="13"/>
                                        </p:tgtEl>
                                      </p:cBhvr>
                                    </p:animEffect>
                                  </p:childTnLst>
                                </p:cTn>
                              </p:par>
                              <p:par>
                                <p:cTn id="50" presetID="10" presetClass="entr" presetSubtype="0" fill="hold" nodeType="withEffect">
                                  <p:stCondLst>
                                    <p:cond delay="24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400"/>
                                        <p:tgtEl>
                                          <p:spTgt spid="14"/>
                                        </p:tgtEl>
                                      </p:cBhvr>
                                    </p:animEffect>
                                  </p:childTnLst>
                                </p:cTn>
                              </p:par>
                              <p:par>
                                <p:cTn id="53" presetID="42" presetClass="entr" presetSubtype="0" fill="hold" nodeType="withEffect">
                                  <p:stCondLst>
                                    <p:cond delay="26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decel="100000" fill="hold"/>
                                        <p:tgtEl>
                                          <p:spTgt spid="15"/>
                                        </p:tgtEl>
                                        <p:attrNameLst>
                                          <p:attrName>ppt_x</p:attrName>
                                        </p:attrNameLst>
                                      </p:cBhvr>
                                      <p:tavLst>
                                        <p:tav tm="0">
                                          <p:val>
                                            <p:strVal val="#ppt_x"/>
                                          </p:val>
                                        </p:tav>
                                        <p:tav tm="100000">
                                          <p:val>
                                            <p:strVal val="#ppt_x"/>
                                          </p:val>
                                        </p:tav>
                                      </p:tavLst>
                                    </p:anim>
                                    <p:anim calcmode="lin" valueType="num">
                                      <p:cBhvr>
                                        <p:cTn id="57" dur="500" decel="100000" fill="hold"/>
                                        <p:tgtEl>
                                          <p:spTgt spid="15"/>
                                        </p:tgtEl>
                                        <p:attrNameLst>
                                          <p:attrName>ppt_y</p:attrName>
                                        </p:attrNameLst>
                                      </p:cBhvr>
                                      <p:tavLst>
                                        <p:tav tm="0">
                                          <p:val>
                                            <p:strVal val="#ppt_y+0.04"/>
                                          </p:val>
                                        </p:tav>
                                        <p:tav tm="100000">
                                          <p:val>
                                            <p:strVal val="#ppt_y"/>
                                          </p:val>
                                        </p:tav>
                                      </p:tavLst>
                                    </p:anim>
                                  </p:childTnLst>
                                </p:cTn>
                              </p:par>
                              <p:par>
                                <p:cTn id="58" presetID="42" presetClass="entr" presetSubtype="0" fill="hold" nodeType="withEffect">
                                  <p:stCondLst>
                                    <p:cond delay="286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decel="100000" fill="hold"/>
                                        <p:tgtEl>
                                          <p:spTgt spid="16"/>
                                        </p:tgtEl>
                                        <p:attrNameLst>
                                          <p:attrName>ppt_x</p:attrName>
                                        </p:attrNameLst>
                                      </p:cBhvr>
                                      <p:tavLst>
                                        <p:tav tm="0">
                                          <p:val>
                                            <p:strVal val="#ppt_x"/>
                                          </p:val>
                                        </p:tav>
                                        <p:tav tm="100000">
                                          <p:val>
                                            <p:strVal val="#ppt_x"/>
                                          </p:val>
                                        </p:tav>
                                      </p:tavLst>
                                    </p:anim>
                                    <p:anim calcmode="lin" valueType="num">
                                      <p:cBhvr>
                                        <p:cTn id="62" dur="500" decel="100000" fill="hold"/>
                                        <p:tgtEl>
                                          <p:spTgt spid="1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08100"/>
            <a:ext cx="10871200" cy="323850"/>
          </a:xfrm>
          <a:prstGeom prst="rect">
            <a:avLst/>
          </a:prstGeom>
        </p:spPr>
      </p:pic>
      <p:pic>
        <p:nvPicPr>
          <p:cNvPr id="4" name="Picture 3" descr="image.jpg"/>
          <p:cNvPicPr>
            <a:picLocks noChangeAspect="1"/>
          </p:cNvPicPr>
          <p:nvPr/>
        </p:nvPicPr>
        <p:blipFill>
          <a:blip r:embed="rId4"/>
          <a:stretch>
            <a:fillRect/>
          </a:stretch>
        </p:blipFill>
        <p:spPr>
          <a:xfrm>
            <a:off x="673100" y="1803400"/>
            <a:ext cx="3556000" cy="1981200"/>
          </a:xfrm>
          <a:prstGeom prst="rect">
            <a:avLst/>
          </a:prstGeom>
        </p:spPr>
      </p:pic>
      <p:pic>
        <p:nvPicPr>
          <p:cNvPr id="5" name="Picture 4" descr="image.jpg"/>
          <p:cNvPicPr>
            <a:picLocks noChangeAspect="1"/>
          </p:cNvPicPr>
          <p:nvPr/>
        </p:nvPicPr>
        <p:blipFill>
          <a:blip r:embed="rId5"/>
          <a:stretch>
            <a:fillRect/>
          </a:stretch>
        </p:blipFill>
        <p:spPr>
          <a:xfrm>
            <a:off x="4330700" y="1803400"/>
            <a:ext cx="3556000" cy="1981200"/>
          </a:xfrm>
          <a:prstGeom prst="rect">
            <a:avLst/>
          </a:prstGeom>
        </p:spPr>
      </p:pic>
      <p:pic>
        <p:nvPicPr>
          <p:cNvPr id="6" name="Picture 5" descr="image.jpg"/>
          <p:cNvPicPr>
            <a:picLocks noChangeAspect="1"/>
          </p:cNvPicPr>
          <p:nvPr/>
        </p:nvPicPr>
        <p:blipFill>
          <a:blip r:embed="rId6"/>
          <a:stretch>
            <a:fillRect/>
          </a:stretch>
        </p:blipFill>
        <p:spPr>
          <a:xfrm>
            <a:off x="7988300" y="1803400"/>
            <a:ext cx="3556000" cy="1981200"/>
          </a:xfrm>
          <a:prstGeom prst="rect">
            <a:avLst/>
          </a:prstGeom>
        </p:spPr>
      </p:pic>
      <p:pic>
        <p:nvPicPr>
          <p:cNvPr id="7" name="Picture 6" descr="image.jpg"/>
          <p:cNvPicPr>
            <a:picLocks noChangeAspect="1"/>
          </p:cNvPicPr>
          <p:nvPr/>
        </p:nvPicPr>
        <p:blipFill>
          <a:blip r:embed="rId7"/>
          <a:stretch>
            <a:fillRect/>
          </a:stretch>
        </p:blipFill>
        <p:spPr>
          <a:xfrm>
            <a:off x="673100" y="3898900"/>
            <a:ext cx="3556000" cy="1981200"/>
          </a:xfrm>
          <a:prstGeom prst="rect">
            <a:avLst/>
          </a:prstGeom>
        </p:spPr>
      </p:pic>
      <p:pic>
        <p:nvPicPr>
          <p:cNvPr id="8" name="Picture 7" descr="image.jpg"/>
          <p:cNvPicPr>
            <a:picLocks noChangeAspect="1"/>
          </p:cNvPicPr>
          <p:nvPr/>
        </p:nvPicPr>
        <p:blipFill>
          <a:blip r:embed="rId8"/>
          <a:stretch>
            <a:fillRect/>
          </a:stretch>
        </p:blipFill>
        <p:spPr>
          <a:xfrm>
            <a:off x="4330700" y="3898900"/>
            <a:ext cx="3556000" cy="1981200"/>
          </a:xfrm>
          <a:prstGeom prst="rect">
            <a:avLst/>
          </a:prstGeom>
        </p:spPr>
      </p:pic>
      <p:pic>
        <p:nvPicPr>
          <p:cNvPr id="9" name="Picture 8" descr="image.jpg"/>
          <p:cNvPicPr>
            <a:picLocks noChangeAspect="1"/>
          </p:cNvPicPr>
          <p:nvPr/>
        </p:nvPicPr>
        <p:blipFill>
          <a:blip r:embed="rId9"/>
          <a:stretch>
            <a:fillRect/>
          </a:stretch>
        </p:blipFill>
        <p:spPr>
          <a:xfrm>
            <a:off x="7988300" y="3898900"/>
            <a:ext cx="3556000" cy="1981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par>
                                <p:cTn id="20" presetID="42" presetClass="entr" presetSubtype="0" fill="hold" nodeType="withEffect">
                                  <p:stCondLst>
                                    <p:cond delay="6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04"/>
                                          </p:val>
                                        </p:tav>
                                        <p:tav tm="100000">
                                          <p:val>
                                            <p:strVal val="#ppt_y"/>
                                          </p:val>
                                        </p:tav>
                                      </p:tavLst>
                                    </p:anim>
                                  </p:childTnLst>
                                </p:cTn>
                              </p:par>
                              <p:par>
                                <p:cTn id="25" presetID="42" presetClass="entr" presetSubtype="0" fill="hold" nodeType="withEffect">
                                  <p:stCondLst>
                                    <p:cond delay="88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04"/>
                                          </p:val>
                                        </p:tav>
                                        <p:tav tm="100000">
                                          <p:val>
                                            <p:strVal val="#ppt_y"/>
                                          </p:val>
                                        </p:tav>
                                      </p:tavLst>
                                    </p:anim>
                                  </p:childTnLst>
                                </p:cTn>
                              </p:par>
                              <p:par>
                                <p:cTn id="30" presetID="42" presetClass="entr" presetSubtype="0" fill="hold" nodeType="withEffect">
                                  <p:stCondLst>
                                    <p:cond delay="110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decel="100000" fill="hold"/>
                                        <p:tgtEl>
                                          <p:spTgt spid="8"/>
                                        </p:tgtEl>
                                        <p:attrNameLst>
                                          <p:attrName>ppt_x</p:attrName>
                                        </p:attrNameLst>
                                      </p:cBhvr>
                                      <p:tavLst>
                                        <p:tav tm="0">
                                          <p:val>
                                            <p:strVal val="#ppt_x"/>
                                          </p:val>
                                        </p:tav>
                                        <p:tav tm="100000">
                                          <p:val>
                                            <p:strVal val="#ppt_x"/>
                                          </p:val>
                                        </p:tav>
                                      </p:tavLst>
                                    </p:anim>
                                    <p:anim calcmode="lin" valueType="num">
                                      <p:cBhvr>
                                        <p:cTn id="34" dur="500" decel="100000" fill="hold"/>
                                        <p:tgtEl>
                                          <p:spTgt spid="8"/>
                                        </p:tgtEl>
                                        <p:attrNameLst>
                                          <p:attrName>ppt_y</p:attrName>
                                        </p:attrNameLst>
                                      </p:cBhvr>
                                      <p:tavLst>
                                        <p:tav tm="0">
                                          <p:val>
                                            <p:strVal val="#ppt_y+0.04"/>
                                          </p:val>
                                        </p:tav>
                                        <p:tav tm="100000">
                                          <p:val>
                                            <p:strVal val="#ppt_y"/>
                                          </p:val>
                                        </p:tav>
                                      </p:tavLst>
                                    </p:anim>
                                  </p:childTnLst>
                                </p:cTn>
                              </p:par>
                              <p:par>
                                <p:cTn id="35" presetID="42" presetClass="entr" presetSubtype="0" fill="hold" nodeType="withEffect">
                                  <p:stCondLst>
                                    <p:cond delay="132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anim calcmode="lin" valueType="num">
                                      <p:cBhvr>
                                        <p:cTn id="38" dur="500" decel="100000" fill="hold"/>
                                        <p:tgtEl>
                                          <p:spTgt spid="9"/>
                                        </p:tgtEl>
                                        <p:attrNameLst>
                                          <p:attrName>ppt_x</p:attrName>
                                        </p:attrNameLst>
                                      </p:cBhvr>
                                      <p:tavLst>
                                        <p:tav tm="0">
                                          <p:val>
                                            <p:strVal val="#ppt_x"/>
                                          </p:val>
                                        </p:tav>
                                        <p:tav tm="100000">
                                          <p:val>
                                            <p:strVal val="#ppt_x"/>
                                          </p:val>
                                        </p:tav>
                                      </p:tavLst>
                                    </p:anim>
                                    <p:anim calcmode="lin" valueType="num">
                                      <p:cBhvr>
                                        <p:cTn id="39" dur="500" decel="100000" fill="hold"/>
                                        <p:tgtEl>
                                          <p:spTgt spid="9"/>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7835900" y="1549400"/>
            <a:ext cx="3886200" cy="2616200"/>
          </a:xfrm>
          <a:prstGeom prst="rect">
            <a:avLst/>
          </a:prstGeom>
        </p:spPr>
      </p:pic>
      <p:pic>
        <p:nvPicPr>
          <p:cNvPr id="4" name="Picture 3" descr="image.jpg"/>
          <p:cNvPicPr>
            <a:picLocks noChangeAspect="1"/>
          </p:cNvPicPr>
          <p:nvPr/>
        </p:nvPicPr>
        <p:blipFill>
          <a:blip r:embed="rId4"/>
          <a:stretch>
            <a:fillRect/>
          </a:stretch>
        </p:blipFill>
        <p:spPr>
          <a:xfrm>
            <a:off x="1485900" y="2692400"/>
            <a:ext cx="838200" cy="127000"/>
          </a:xfrm>
          <a:prstGeom prst="rect">
            <a:avLst/>
          </a:prstGeom>
        </p:spPr>
      </p:pic>
      <p:pic>
        <p:nvPicPr>
          <p:cNvPr id="5" name="Picture 4" descr="image.jpg"/>
          <p:cNvPicPr>
            <a:picLocks noChangeAspect="1"/>
          </p:cNvPicPr>
          <p:nvPr/>
        </p:nvPicPr>
        <p:blipFill>
          <a:blip r:embed="rId5"/>
          <a:stretch>
            <a:fillRect/>
          </a:stretch>
        </p:blipFill>
        <p:spPr>
          <a:xfrm>
            <a:off x="1485900" y="2882900"/>
            <a:ext cx="8331200" cy="666750"/>
          </a:xfrm>
          <a:prstGeom prst="rect">
            <a:avLst/>
          </a:prstGeom>
        </p:spPr>
      </p:pic>
      <p:pic>
        <p:nvPicPr>
          <p:cNvPr id="6" name="Picture 5" descr="image.jpg"/>
          <p:cNvPicPr>
            <a:picLocks noChangeAspect="1"/>
          </p:cNvPicPr>
          <p:nvPr/>
        </p:nvPicPr>
        <p:blipFill>
          <a:blip r:embed="rId6"/>
          <a:stretch>
            <a:fillRect/>
          </a:stretch>
        </p:blipFill>
        <p:spPr>
          <a:xfrm>
            <a:off x="1485900" y="3771900"/>
            <a:ext cx="7696200" cy="323850"/>
          </a:xfrm>
          <a:prstGeom prst="rect">
            <a:avLst/>
          </a:prstGeom>
        </p:spPr>
      </p:pic>
      <p:pic>
        <p:nvPicPr>
          <p:cNvPr id="7" name="Picture 6" descr="image.jpg"/>
          <p:cNvPicPr>
            <a:picLocks noChangeAspect="1"/>
          </p:cNvPicPr>
          <p:nvPr/>
        </p:nvPicPr>
        <p:blipFill>
          <a:blip r:embed="rId7"/>
          <a:stretch>
            <a:fillRect/>
          </a:stretch>
        </p:blipFill>
        <p:spPr>
          <a:xfrm>
            <a:off x="1485900" y="4064000"/>
            <a:ext cx="7696200" cy="323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22" presetClass="entr" presetSubtype="8"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wipe(right)">
                                      <p:cBhvr>
                                        <p:cTn id="12" dur="650"/>
                                        <p:tgtEl>
                                          <p:spTgt spid="4"/>
                                        </p:tgtEl>
                                      </p:cBhvr>
                                    </p:animEffect>
                                  </p:childTnLst>
                                </p:cTn>
                              </p:par>
                              <p:par>
                                <p:cTn id="13" presetID="42" presetClass="entr" presetSubtype="0"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66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88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4679950"/>
            <a:ext cx="10871200" cy="476250"/>
          </a:xfrm>
          <a:prstGeom prst="rect">
            <a:avLst/>
          </a:prstGeom>
        </p:spPr>
      </p:pic>
      <p:pic>
        <p:nvPicPr>
          <p:cNvPr id="4" name="Picture 3" descr="image.jpg"/>
          <p:cNvPicPr>
            <a:picLocks noChangeAspect="1"/>
          </p:cNvPicPr>
          <p:nvPr/>
        </p:nvPicPr>
        <p:blipFill>
          <a:blip r:embed="rId4"/>
          <a:stretch>
            <a:fillRect/>
          </a:stretch>
        </p:blipFill>
        <p:spPr>
          <a:xfrm>
            <a:off x="673100" y="5549900"/>
            <a:ext cx="10871200" cy="292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4"/>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7835900" y="1549400"/>
            <a:ext cx="3886200" cy="2616200"/>
          </a:xfrm>
          <a:prstGeom prst="rect">
            <a:avLst/>
          </a:prstGeom>
        </p:spPr>
      </p:pic>
      <p:pic>
        <p:nvPicPr>
          <p:cNvPr id="4" name="Picture 3" descr="image.jpg"/>
          <p:cNvPicPr>
            <a:picLocks noChangeAspect="1"/>
          </p:cNvPicPr>
          <p:nvPr/>
        </p:nvPicPr>
        <p:blipFill>
          <a:blip r:embed="rId4"/>
          <a:stretch>
            <a:fillRect/>
          </a:stretch>
        </p:blipFill>
        <p:spPr>
          <a:xfrm>
            <a:off x="1485900" y="2692400"/>
            <a:ext cx="838200" cy="127000"/>
          </a:xfrm>
          <a:prstGeom prst="rect">
            <a:avLst/>
          </a:prstGeom>
        </p:spPr>
      </p:pic>
      <p:pic>
        <p:nvPicPr>
          <p:cNvPr id="5" name="Picture 4" descr="image.jpg"/>
          <p:cNvPicPr>
            <a:picLocks noChangeAspect="1"/>
          </p:cNvPicPr>
          <p:nvPr/>
        </p:nvPicPr>
        <p:blipFill>
          <a:blip r:embed="rId5"/>
          <a:stretch>
            <a:fillRect/>
          </a:stretch>
        </p:blipFill>
        <p:spPr>
          <a:xfrm>
            <a:off x="1485900" y="2882900"/>
            <a:ext cx="8331200" cy="666750"/>
          </a:xfrm>
          <a:prstGeom prst="rect">
            <a:avLst/>
          </a:prstGeom>
        </p:spPr>
      </p:pic>
      <p:pic>
        <p:nvPicPr>
          <p:cNvPr id="6" name="Picture 5" descr="image.jpg"/>
          <p:cNvPicPr>
            <a:picLocks noChangeAspect="1"/>
          </p:cNvPicPr>
          <p:nvPr/>
        </p:nvPicPr>
        <p:blipFill>
          <a:blip r:embed="rId6"/>
          <a:stretch>
            <a:fillRect/>
          </a:stretch>
        </p:blipFill>
        <p:spPr>
          <a:xfrm>
            <a:off x="1485900" y="3771900"/>
            <a:ext cx="7696200" cy="323850"/>
          </a:xfrm>
          <a:prstGeom prst="rect">
            <a:avLst/>
          </a:prstGeom>
        </p:spPr>
      </p:pic>
      <p:pic>
        <p:nvPicPr>
          <p:cNvPr id="7" name="Picture 6" descr="image.jpg"/>
          <p:cNvPicPr>
            <a:picLocks noChangeAspect="1"/>
          </p:cNvPicPr>
          <p:nvPr/>
        </p:nvPicPr>
        <p:blipFill>
          <a:blip r:embed="rId7"/>
          <a:stretch>
            <a:fillRect/>
          </a:stretch>
        </p:blipFill>
        <p:spPr>
          <a:xfrm>
            <a:off x="1485900" y="4064000"/>
            <a:ext cx="7696200" cy="323850"/>
          </a:xfrm>
          <a:prstGeom prst="rect">
            <a:avLst/>
          </a:prstGeom>
        </p:spPr>
      </p:pic>
      <p:pic>
        <p:nvPicPr>
          <p:cNvPr id="8" name="Picture 7" descr="image.jpg"/>
          <p:cNvPicPr>
            <a:picLocks noChangeAspect="1"/>
          </p:cNvPicPr>
          <p:nvPr/>
        </p:nvPicPr>
        <p:blipFill>
          <a:blip r:embed="rId8"/>
          <a:stretch>
            <a:fillRect/>
          </a:stretch>
        </p:blipFill>
        <p:spPr>
          <a:xfrm>
            <a:off x="1485900" y="4356100"/>
            <a:ext cx="7696200" cy="323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22" presetClass="entr" presetSubtype="8"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wipe(right)">
                                      <p:cBhvr>
                                        <p:cTn id="12" dur="650"/>
                                        <p:tgtEl>
                                          <p:spTgt spid="4"/>
                                        </p:tgtEl>
                                      </p:cBhvr>
                                    </p:animEffect>
                                  </p:childTnLst>
                                </p:cTn>
                              </p:par>
                              <p:par>
                                <p:cTn id="13" presetID="42" presetClass="entr" presetSubtype="0"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66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88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42" presetClass="entr" presetSubtype="0"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decel="100000" fill="hold"/>
                                        <p:tgtEl>
                                          <p:spTgt spid="8"/>
                                        </p:tgtEl>
                                        <p:attrNameLst>
                                          <p:attrName>ppt_x</p:attrName>
                                        </p:attrNameLst>
                                      </p:cBhvr>
                                      <p:tavLst>
                                        <p:tav tm="0">
                                          <p:val>
                                            <p:strVal val="#ppt_x"/>
                                          </p:val>
                                        </p:tav>
                                        <p:tav tm="100000">
                                          <p:val>
                                            <p:strVal val="#ppt_x"/>
                                          </p:val>
                                        </p:tav>
                                      </p:tavLst>
                                    </p:anim>
                                    <p:anim calcmode="lin" valueType="num">
                                      <p:cBhvr>
                                        <p:cTn id="32" dur="5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4787900" y="2755900"/>
            <a:ext cx="2743200" cy="1346200"/>
          </a:xfrm>
          <a:prstGeom prst="rect">
            <a:avLst/>
          </a:prstGeom>
        </p:spPr>
      </p:pic>
      <p:pic>
        <p:nvPicPr>
          <p:cNvPr id="4" name="Picture 3" descr="image.jpg"/>
          <p:cNvPicPr>
            <a:picLocks noChangeAspect="1"/>
          </p:cNvPicPr>
          <p:nvPr/>
        </p:nvPicPr>
        <p:blipFill>
          <a:blip r:embed="rId4"/>
          <a:stretch>
            <a:fillRect/>
          </a:stretch>
        </p:blipFill>
        <p:spPr>
          <a:xfrm>
            <a:off x="673100" y="2946400"/>
            <a:ext cx="2489200" cy="965200"/>
          </a:xfrm>
          <a:prstGeom prst="rect">
            <a:avLst/>
          </a:prstGeom>
        </p:spPr>
      </p:pic>
      <p:pic>
        <p:nvPicPr>
          <p:cNvPr id="5" name="Picture 4" descr="image.jpg"/>
          <p:cNvPicPr>
            <a:picLocks noChangeAspect="1"/>
          </p:cNvPicPr>
          <p:nvPr/>
        </p:nvPicPr>
        <p:blipFill>
          <a:blip r:embed="rId5"/>
          <a:stretch>
            <a:fillRect/>
          </a:stretch>
        </p:blipFill>
        <p:spPr>
          <a:xfrm>
            <a:off x="4787900" y="1358900"/>
            <a:ext cx="2743200" cy="901700"/>
          </a:xfrm>
          <a:prstGeom prst="rect">
            <a:avLst/>
          </a:prstGeom>
        </p:spPr>
      </p:pic>
      <p:pic>
        <p:nvPicPr>
          <p:cNvPr id="6" name="Picture 5" descr="image.jpg"/>
          <p:cNvPicPr>
            <a:picLocks noChangeAspect="1"/>
          </p:cNvPicPr>
          <p:nvPr/>
        </p:nvPicPr>
        <p:blipFill>
          <a:blip r:embed="rId6"/>
          <a:stretch>
            <a:fillRect/>
          </a:stretch>
        </p:blipFill>
        <p:spPr>
          <a:xfrm>
            <a:off x="4787900" y="4787900"/>
            <a:ext cx="2743200" cy="901700"/>
          </a:xfrm>
          <a:prstGeom prst="rect">
            <a:avLst/>
          </a:prstGeom>
        </p:spPr>
      </p:pic>
      <p:pic>
        <p:nvPicPr>
          <p:cNvPr id="7" name="Picture 6" descr="image.jpg"/>
          <p:cNvPicPr>
            <a:picLocks noChangeAspect="1"/>
          </p:cNvPicPr>
          <p:nvPr/>
        </p:nvPicPr>
        <p:blipFill>
          <a:blip r:embed="rId7"/>
          <a:stretch>
            <a:fillRect/>
          </a:stretch>
        </p:blipFill>
        <p:spPr>
          <a:xfrm>
            <a:off x="3035300" y="3149600"/>
            <a:ext cx="1879600" cy="177800"/>
          </a:xfrm>
          <a:prstGeom prst="rect">
            <a:avLst/>
          </a:prstGeom>
        </p:spPr>
      </p:pic>
      <p:pic>
        <p:nvPicPr>
          <p:cNvPr id="8" name="Picture 7" descr="image.jpg"/>
          <p:cNvPicPr>
            <a:picLocks noChangeAspect="1"/>
          </p:cNvPicPr>
          <p:nvPr/>
        </p:nvPicPr>
        <p:blipFill>
          <a:blip r:embed="rId8"/>
          <a:stretch>
            <a:fillRect/>
          </a:stretch>
        </p:blipFill>
        <p:spPr>
          <a:xfrm>
            <a:off x="3035300" y="3594100"/>
            <a:ext cx="1879600" cy="177800"/>
          </a:xfrm>
          <a:prstGeom prst="rect">
            <a:avLst/>
          </a:prstGeom>
        </p:spPr>
      </p:pic>
      <p:pic>
        <p:nvPicPr>
          <p:cNvPr id="9" name="Picture 8" descr="image.jpg"/>
          <p:cNvPicPr>
            <a:picLocks noChangeAspect="1"/>
          </p:cNvPicPr>
          <p:nvPr/>
        </p:nvPicPr>
        <p:blipFill>
          <a:blip r:embed="rId9"/>
          <a:stretch>
            <a:fillRect/>
          </a:stretch>
        </p:blipFill>
        <p:spPr>
          <a:xfrm>
            <a:off x="6070600" y="2133600"/>
            <a:ext cx="177800" cy="749300"/>
          </a:xfrm>
          <a:prstGeom prst="rect">
            <a:avLst/>
          </a:prstGeom>
        </p:spPr>
      </p:pic>
      <p:pic>
        <p:nvPicPr>
          <p:cNvPr id="10" name="Picture 9" descr="image.jpg"/>
          <p:cNvPicPr>
            <a:picLocks noChangeAspect="1"/>
          </p:cNvPicPr>
          <p:nvPr/>
        </p:nvPicPr>
        <p:blipFill>
          <a:blip r:embed="rId10"/>
          <a:stretch>
            <a:fillRect/>
          </a:stretch>
        </p:blipFill>
        <p:spPr>
          <a:xfrm>
            <a:off x="5626100" y="3975100"/>
            <a:ext cx="177800" cy="939800"/>
          </a:xfrm>
          <a:prstGeom prst="rect">
            <a:avLst/>
          </a:prstGeom>
        </p:spPr>
      </p:pic>
      <p:pic>
        <p:nvPicPr>
          <p:cNvPr id="11" name="Picture 10" descr="image.jpg"/>
          <p:cNvPicPr>
            <a:picLocks noChangeAspect="1"/>
          </p:cNvPicPr>
          <p:nvPr/>
        </p:nvPicPr>
        <p:blipFill>
          <a:blip r:embed="rId11"/>
          <a:stretch>
            <a:fillRect/>
          </a:stretch>
        </p:blipFill>
        <p:spPr>
          <a:xfrm>
            <a:off x="6515100" y="3975100"/>
            <a:ext cx="177800" cy="939800"/>
          </a:xfrm>
          <a:prstGeom prst="rect">
            <a:avLst/>
          </a:prstGeom>
        </p:spPr>
      </p:pic>
      <p:pic>
        <p:nvPicPr>
          <p:cNvPr id="12" name="Picture 11" descr="image.jpg"/>
          <p:cNvPicPr>
            <a:picLocks noChangeAspect="1"/>
          </p:cNvPicPr>
          <p:nvPr/>
        </p:nvPicPr>
        <p:blipFill>
          <a:blip r:embed="rId12"/>
          <a:stretch>
            <a:fillRect/>
          </a:stretch>
        </p:blipFill>
        <p:spPr>
          <a:xfrm>
            <a:off x="3136900" y="2882900"/>
            <a:ext cx="1727200" cy="279400"/>
          </a:xfrm>
          <a:prstGeom prst="rect">
            <a:avLst/>
          </a:prstGeom>
        </p:spPr>
      </p:pic>
      <p:pic>
        <p:nvPicPr>
          <p:cNvPr id="13" name="Picture 12" descr="image.jpg"/>
          <p:cNvPicPr>
            <a:picLocks noChangeAspect="1"/>
          </p:cNvPicPr>
          <p:nvPr/>
        </p:nvPicPr>
        <p:blipFill>
          <a:blip r:embed="rId13"/>
          <a:stretch>
            <a:fillRect/>
          </a:stretch>
        </p:blipFill>
        <p:spPr>
          <a:xfrm>
            <a:off x="673100" y="3962400"/>
            <a:ext cx="4140200" cy="279400"/>
          </a:xfrm>
          <a:prstGeom prst="rect">
            <a:avLst/>
          </a:prstGeom>
        </p:spPr>
      </p:pic>
      <p:pic>
        <p:nvPicPr>
          <p:cNvPr id="14" name="Picture 13" descr="image.jpg"/>
          <p:cNvPicPr>
            <a:picLocks noChangeAspect="1"/>
          </p:cNvPicPr>
          <p:nvPr/>
        </p:nvPicPr>
        <p:blipFill>
          <a:blip r:embed="rId14"/>
          <a:stretch>
            <a:fillRect/>
          </a:stretch>
        </p:blipFill>
        <p:spPr>
          <a:xfrm>
            <a:off x="6248400" y="2324100"/>
            <a:ext cx="2743200" cy="279400"/>
          </a:xfrm>
          <a:prstGeom prst="rect">
            <a:avLst/>
          </a:prstGeom>
        </p:spPr>
      </p:pic>
      <p:pic>
        <p:nvPicPr>
          <p:cNvPr id="15" name="Picture 14" descr="image.jpg"/>
          <p:cNvPicPr>
            <a:picLocks noChangeAspect="1"/>
          </p:cNvPicPr>
          <p:nvPr/>
        </p:nvPicPr>
        <p:blipFill>
          <a:blip r:embed="rId15"/>
          <a:stretch>
            <a:fillRect/>
          </a:stretch>
        </p:blipFill>
        <p:spPr>
          <a:xfrm>
            <a:off x="3517900" y="4406900"/>
            <a:ext cx="2171700" cy="279400"/>
          </a:xfrm>
          <a:prstGeom prst="rect">
            <a:avLst/>
          </a:prstGeom>
        </p:spPr>
      </p:pic>
      <p:pic>
        <p:nvPicPr>
          <p:cNvPr id="16" name="Picture 15" descr="image.jpg"/>
          <p:cNvPicPr>
            <a:picLocks noChangeAspect="1"/>
          </p:cNvPicPr>
          <p:nvPr/>
        </p:nvPicPr>
        <p:blipFill>
          <a:blip r:embed="rId16"/>
          <a:stretch>
            <a:fillRect/>
          </a:stretch>
        </p:blipFill>
        <p:spPr>
          <a:xfrm>
            <a:off x="6692900" y="4406900"/>
            <a:ext cx="2171700" cy="279400"/>
          </a:xfrm>
          <a:prstGeom prst="rect">
            <a:avLst/>
          </a:prstGeom>
        </p:spPr>
      </p:pic>
      <p:pic>
        <p:nvPicPr>
          <p:cNvPr id="17" name="Picture 16" descr="image.jpg"/>
          <p:cNvPicPr>
            <a:picLocks noChangeAspect="1"/>
          </p:cNvPicPr>
          <p:nvPr/>
        </p:nvPicPr>
        <p:blipFill>
          <a:blip r:embed="rId17"/>
          <a:stretch>
            <a:fillRect/>
          </a:stretch>
        </p:blipFill>
        <p:spPr>
          <a:xfrm>
            <a:off x="8851900" y="1866900"/>
            <a:ext cx="2679700" cy="1581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par>
                                <p:cTn id="20" presetID="42" presetClass="entr" presetSubtype="0" fill="hold" nodeType="withEffect">
                                  <p:stCondLst>
                                    <p:cond delay="6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04"/>
                                          </p:val>
                                        </p:tav>
                                        <p:tav tm="100000">
                                          <p:val>
                                            <p:strVal val="#ppt_y"/>
                                          </p:val>
                                        </p:tav>
                                      </p:tavLst>
                                    </p:anim>
                                  </p:childTnLst>
                                </p:cTn>
                              </p:par>
                              <p:par>
                                <p:cTn id="25" presetID="22" presetClass="entr" presetSubtype="8" fill="hold" nodeType="withEffect">
                                  <p:stCondLst>
                                    <p:cond delay="880"/>
                                  </p:stCondLst>
                                  <p:childTnLst>
                                    <p:set>
                                      <p:cBhvr>
                                        <p:cTn id="26" dur="1" fill="hold">
                                          <p:stCondLst>
                                            <p:cond delay="0"/>
                                          </p:stCondLst>
                                        </p:cTn>
                                        <p:tgtEl>
                                          <p:spTgt spid="7"/>
                                        </p:tgtEl>
                                        <p:attrNameLst>
                                          <p:attrName>style.visibility</p:attrName>
                                        </p:attrNameLst>
                                      </p:cBhvr>
                                      <p:to>
                                        <p:strVal val="visible"/>
                                      </p:to>
                                    </p:set>
                                    <p:animEffect transition="in" filter="wipe(right)">
                                      <p:cBhvr>
                                        <p:cTn id="27" dur="500"/>
                                        <p:tgtEl>
                                          <p:spTgt spid="7"/>
                                        </p:tgtEl>
                                      </p:cBhvr>
                                    </p:animEffect>
                                  </p:childTnLst>
                                </p:cTn>
                              </p:par>
                              <p:par>
                                <p:cTn id="28" presetID="22" presetClass="entr" presetSubtype="8"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wipe(right)">
                                      <p:cBhvr>
                                        <p:cTn id="30" dur="500"/>
                                        <p:tgtEl>
                                          <p:spTgt spid="8"/>
                                        </p:tgtEl>
                                      </p:cBhvr>
                                    </p:animEffect>
                                  </p:childTnLst>
                                </p:cTn>
                              </p:par>
                              <p:par>
                                <p:cTn id="31" presetID="22" presetClass="entr" presetSubtype="8" fill="hold" nodeType="withEffect">
                                  <p:stCondLst>
                                    <p:cond delay="1320"/>
                                  </p:stCondLst>
                                  <p:childTnLst>
                                    <p:set>
                                      <p:cBhvr>
                                        <p:cTn id="32" dur="1" fill="hold">
                                          <p:stCondLst>
                                            <p:cond delay="0"/>
                                          </p:stCondLst>
                                        </p:cTn>
                                        <p:tgtEl>
                                          <p:spTgt spid="9"/>
                                        </p:tgtEl>
                                        <p:attrNameLst>
                                          <p:attrName>style.visibility</p:attrName>
                                        </p:attrNameLst>
                                      </p:cBhvr>
                                      <p:to>
                                        <p:strVal val="visible"/>
                                      </p:to>
                                    </p:set>
                                    <p:animEffect transition="in" filter="wipe(right)">
                                      <p:cBhvr>
                                        <p:cTn id="33" dur="500"/>
                                        <p:tgtEl>
                                          <p:spTgt spid="9"/>
                                        </p:tgtEl>
                                      </p:cBhvr>
                                    </p:animEffect>
                                  </p:childTnLst>
                                </p:cTn>
                              </p:par>
                              <p:par>
                                <p:cTn id="34" presetID="22" presetClass="entr" presetSubtype="8" fill="hold" nodeType="withEffect">
                                  <p:stCondLst>
                                    <p:cond delay="1540"/>
                                  </p:stCondLst>
                                  <p:childTnLst>
                                    <p:set>
                                      <p:cBhvr>
                                        <p:cTn id="35" dur="1" fill="hold">
                                          <p:stCondLst>
                                            <p:cond delay="0"/>
                                          </p:stCondLst>
                                        </p:cTn>
                                        <p:tgtEl>
                                          <p:spTgt spid="10"/>
                                        </p:tgtEl>
                                        <p:attrNameLst>
                                          <p:attrName>style.visibility</p:attrName>
                                        </p:attrNameLst>
                                      </p:cBhvr>
                                      <p:to>
                                        <p:strVal val="visible"/>
                                      </p:to>
                                    </p:set>
                                    <p:animEffect transition="in" filter="wipe(right)">
                                      <p:cBhvr>
                                        <p:cTn id="36" dur="500"/>
                                        <p:tgtEl>
                                          <p:spTgt spid="10"/>
                                        </p:tgtEl>
                                      </p:cBhvr>
                                    </p:animEffect>
                                  </p:childTnLst>
                                </p:cTn>
                              </p:par>
                              <p:par>
                                <p:cTn id="37" presetID="22" presetClass="entr" presetSubtype="8" fill="hold" nodeType="withEffect">
                                  <p:stCondLst>
                                    <p:cond delay="1760"/>
                                  </p:stCondLst>
                                  <p:childTnLst>
                                    <p:set>
                                      <p:cBhvr>
                                        <p:cTn id="38" dur="1" fill="hold">
                                          <p:stCondLst>
                                            <p:cond delay="0"/>
                                          </p:stCondLst>
                                        </p:cTn>
                                        <p:tgtEl>
                                          <p:spTgt spid="11"/>
                                        </p:tgtEl>
                                        <p:attrNameLst>
                                          <p:attrName>style.visibility</p:attrName>
                                        </p:attrNameLst>
                                      </p:cBhvr>
                                      <p:to>
                                        <p:strVal val="visible"/>
                                      </p:to>
                                    </p:set>
                                    <p:animEffect transition="in" filter="wipe(right)">
                                      <p:cBhvr>
                                        <p:cTn id="39" dur="500"/>
                                        <p:tgtEl>
                                          <p:spTgt spid="11"/>
                                        </p:tgtEl>
                                      </p:cBhvr>
                                    </p:animEffect>
                                  </p:childTnLst>
                                </p:cTn>
                              </p:par>
                              <p:par>
                                <p:cTn id="40" presetID="42" presetClass="entr" presetSubtype="0" fill="hold" nodeType="withEffect">
                                  <p:stCondLst>
                                    <p:cond delay="198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p:cTn id="43" dur="500" decel="100000" fill="hold"/>
                                        <p:tgtEl>
                                          <p:spTgt spid="12"/>
                                        </p:tgtEl>
                                        <p:attrNameLst>
                                          <p:attrName>ppt_x</p:attrName>
                                        </p:attrNameLst>
                                      </p:cBhvr>
                                      <p:tavLst>
                                        <p:tav tm="0">
                                          <p:val>
                                            <p:strVal val="#ppt_x"/>
                                          </p:val>
                                        </p:tav>
                                        <p:tav tm="100000">
                                          <p:val>
                                            <p:strVal val="#ppt_x"/>
                                          </p:val>
                                        </p:tav>
                                      </p:tavLst>
                                    </p:anim>
                                    <p:anim calcmode="lin" valueType="num">
                                      <p:cBhvr>
                                        <p:cTn id="44" dur="500" decel="100000" fill="hold"/>
                                        <p:tgtEl>
                                          <p:spTgt spid="12"/>
                                        </p:tgtEl>
                                        <p:attrNameLst>
                                          <p:attrName>ppt_y</p:attrName>
                                        </p:attrNameLst>
                                      </p:cBhvr>
                                      <p:tavLst>
                                        <p:tav tm="0">
                                          <p:val>
                                            <p:strVal val="#ppt_y+0.04"/>
                                          </p:val>
                                        </p:tav>
                                        <p:tav tm="100000">
                                          <p:val>
                                            <p:strVal val="#ppt_y"/>
                                          </p:val>
                                        </p:tav>
                                      </p:tavLst>
                                    </p:anim>
                                  </p:childTnLst>
                                </p:cTn>
                              </p:par>
                              <p:par>
                                <p:cTn id="45" presetID="42" presetClass="entr" presetSubtype="0" fill="hold" nodeType="withEffect">
                                  <p:stCondLst>
                                    <p:cond delay="220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decel="100000" fill="hold"/>
                                        <p:tgtEl>
                                          <p:spTgt spid="13"/>
                                        </p:tgtEl>
                                        <p:attrNameLst>
                                          <p:attrName>ppt_x</p:attrName>
                                        </p:attrNameLst>
                                      </p:cBhvr>
                                      <p:tavLst>
                                        <p:tav tm="0">
                                          <p:val>
                                            <p:strVal val="#ppt_x"/>
                                          </p:val>
                                        </p:tav>
                                        <p:tav tm="100000">
                                          <p:val>
                                            <p:strVal val="#ppt_x"/>
                                          </p:val>
                                        </p:tav>
                                      </p:tavLst>
                                    </p:anim>
                                    <p:anim calcmode="lin" valueType="num">
                                      <p:cBhvr>
                                        <p:cTn id="49" dur="500" decel="100000" fill="hold"/>
                                        <p:tgtEl>
                                          <p:spTgt spid="13"/>
                                        </p:tgtEl>
                                        <p:attrNameLst>
                                          <p:attrName>ppt_y</p:attrName>
                                        </p:attrNameLst>
                                      </p:cBhvr>
                                      <p:tavLst>
                                        <p:tav tm="0">
                                          <p:val>
                                            <p:strVal val="#ppt_y+0.04"/>
                                          </p:val>
                                        </p:tav>
                                        <p:tav tm="100000">
                                          <p:val>
                                            <p:strVal val="#ppt_y"/>
                                          </p:val>
                                        </p:tav>
                                      </p:tavLst>
                                    </p:anim>
                                  </p:childTnLst>
                                </p:cTn>
                              </p:par>
                              <p:par>
                                <p:cTn id="50" presetID="42" presetClass="entr" presetSubtype="0" fill="hold" nodeType="withEffect">
                                  <p:stCondLst>
                                    <p:cond delay="24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p:cTn id="53" dur="500" decel="100000" fill="hold"/>
                                        <p:tgtEl>
                                          <p:spTgt spid="14"/>
                                        </p:tgtEl>
                                        <p:attrNameLst>
                                          <p:attrName>ppt_x</p:attrName>
                                        </p:attrNameLst>
                                      </p:cBhvr>
                                      <p:tavLst>
                                        <p:tav tm="0">
                                          <p:val>
                                            <p:strVal val="#ppt_x"/>
                                          </p:val>
                                        </p:tav>
                                        <p:tav tm="100000">
                                          <p:val>
                                            <p:strVal val="#ppt_x"/>
                                          </p:val>
                                        </p:tav>
                                      </p:tavLst>
                                    </p:anim>
                                    <p:anim calcmode="lin" valueType="num">
                                      <p:cBhvr>
                                        <p:cTn id="54" dur="500" decel="100000" fill="hold"/>
                                        <p:tgtEl>
                                          <p:spTgt spid="14"/>
                                        </p:tgtEl>
                                        <p:attrNameLst>
                                          <p:attrName>ppt_y</p:attrName>
                                        </p:attrNameLst>
                                      </p:cBhvr>
                                      <p:tavLst>
                                        <p:tav tm="0">
                                          <p:val>
                                            <p:strVal val="#ppt_y+0.04"/>
                                          </p:val>
                                        </p:tav>
                                        <p:tav tm="100000">
                                          <p:val>
                                            <p:strVal val="#ppt_y"/>
                                          </p:val>
                                        </p:tav>
                                      </p:tavLst>
                                    </p:anim>
                                  </p:childTnLst>
                                </p:cTn>
                              </p:par>
                              <p:par>
                                <p:cTn id="55" presetID="42" presetClass="entr" presetSubtype="0" fill="hold" nodeType="withEffect">
                                  <p:stCondLst>
                                    <p:cond delay="26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p:cTn id="58" dur="500" decel="100000" fill="hold"/>
                                        <p:tgtEl>
                                          <p:spTgt spid="15"/>
                                        </p:tgtEl>
                                        <p:attrNameLst>
                                          <p:attrName>ppt_x</p:attrName>
                                        </p:attrNameLst>
                                      </p:cBhvr>
                                      <p:tavLst>
                                        <p:tav tm="0">
                                          <p:val>
                                            <p:strVal val="#ppt_x"/>
                                          </p:val>
                                        </p:tav>
                                        <p:tav tm="100000">
                                          <p:val>
                                            <p:strVal val="#ppt_x"/>
                                          </p:val>
                                        </p:tav>
                                      </p:tavLst>
                                    </p:anim>
                                    <p:anim calcmode="lin" valueType="num">
                                      <p:cBhvr>
                                        <p:cTn id="59" dur="500" decel="100000" fill="hold"/>
                                        <p:tgtEl>
                                          <p:spTgt spid="15"/>
                                        </p:tgtEl>
                                        <p:attrNameLst>
                                          <p:attrName>ppt_y</p:attrName>
                                        </p:attrNameLst>
                                      </p:cBhvr>
                                      <p:tavLst>
                                        <p:tav tm="0">
                                          <p:val>
                                            <p:strVal val="#ppt_y+0.04"/>
                                          </p:val>
                                        </p:tav>
                                        <p:tav tm="100000">
                                          <p:val>
                                            <p:strVal val="#ppt_y"/>
                                          </p:val>
                                        </p:tav>
                                      </p:tavLst>
                                    </p:anim>
                                  </p:childTnLst>
                                </p:cTn>
                              </p:par>
                              <p:par>
                                <p:cTn id="60" presetID="42" presetClass="entr" presetSubtype="0" fill="hold" nodeType="withEffect">
                                  <p:stCondLst>
                                    <p:cond delay="286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decel="100000" fill="hold"/>
                                        <p:tgtEl>
                                          <p:spTgt spid="16"/>
                                        </p:tgtEl>
                                        <p:attrNameLst>
                                          <p:attrName>ppt_x</p:attrName>
                                        </p:attrNameLst>
                                      </p:cBhvr>
                                      <p:tavLst>
                                        <p:tav tm="0">
                                          <p:val>
                                            <p:strVal val="#ppt_x"/>
                                          </p:val>
                                        </p:tav>
                                        <p:tav tm="100000">
                                          <p:val>
                                            <p:strVal val="#ppt_x"/>
                                          </p:val>
                                        </p:tav>
                                      </p:tavLst>
                                    </p:anim>
                                    <p:anim calcmode="lin" valueType="num">
                                      <p:cBhvr>
                                        <p:cTn id="64" dur="500" decel="100000" fill="hold"/>
                                        <p:tgtEl>
                                          <p:spTgt spid="16"/>
                                        </p:tgtEl>
                                        <p:attrNameLst>
                                          <p:attrName>ppt_y</p:attrName>
                                        </p:attrNameLst>
                                      </p:cBhvr>
                                      <p:tavLst>
                                        <p:tav tm="0">
                                          <p:val>
                                            <p:strVal val="#ppt_y+0.04"/>
                                          </p:val>
                                        </p:tav>
                                        <p:tav tm="100000">
                                          <p:val>
                                            <p:strVal val="#ppt_y"/>
                                          </p:val>
                                        </p:tav>
                                      </p:tavLst>
                                    </p:anim>
                                  </p:childTnLst>
                                </p:cTn>
                              </p:par>
                              <p:par>
                                <p:cTn id="65" presetID="42" presetClass="entr" presetSubtype="0" fill="hold" nodeType="withEffect">
                                  <p:stCondLst>
                                    <p:cond delay="308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p:cTn id="68" dur="500" decel="100000" fill="hold"/>
                                        <p:tgtEl>
                                          <p:spTgt spid="17"/>
                                        </p:tgtEl>
                                        <p:attrNameLst>
                                          <p:attrName>ppt_x</p:attrName>
                                        </p:attrNameLst>
                                      </p:cBhvr>
                                      <p:tavLst>
                                        <p:tav tm="0">
                                          <p:val>
                                            <p:strVal val="#ppt_x"/>
                                          </p:val>
                                        </p:tav>
                                        <p:tav tm="100000">
                                          <p:val>
                                            <p:strVal val="#ppt_x"/>
                                          </p:val>
                                        </p:tav>
                                      </p:tavLst>
                                    </p:anim>
                                    <p:anim calcmode="lin" valueType="num">
                                      <p:cBhvr>
                                        <p:cTn id="69" dur="500" decel="100000" fill="hold"/>
                                        <p:tgtEl>
                                          <p:spTgt spid="1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58900"/>
            <a:ext cx="3632200" cy="4521200"/>
          </a:xfrm>
          <a:prstGeom prst="rect">
            <a:avLst/>
          </a:prstGeom>
        </p:spPr>
      </p:pic>
      <p:pic>
        <p:nvPicPr>
          <p:cNvPr id="4" name="Picture 3" descr="image.jpg"/>
          <p:cNvPicPr>
            <a:picLocks noChangeAspect="1"/>
          </p:cNvPicPr>
          <p:nvPr/>
        </p:nvPicPr>
        <p:blipFill>
          <a:blip r:embed="rId4"/>
          <a:stretch>
            <a:fillRect/>
          </a:stretch>
        </p:blipFill>
        <p:spPr>
          <a:xfrm>
            <a:off x="800100" y="1447800"/>
            <a:ext cx="3378200" cy="311150"/>
          </a:xfrm>
          <a:prstGeom prst="rect">
            <a:avLst/>
          </a:prstGeom>
        </p:spPr>
      </p:pic>
      <p:pic>
        <p:nvPicPr>
          <p:cNvPr id="5" name="Picture 4" descr="image.jpg"/>
          <p:cNvPicPr>
            <a:picLocks noChangeAspect="1"/>
          </p:cNvPicPr>
          <p:nvPr/>
        </p:nvPicPr>
        <p:blipFill>
          <a:blip r:embed="rId5"/>
          <a:stretch>
            <a:fillRect/>
          </a:stretch>
        </p:blipFill>
        <p:spPr>
          <a:xfrm>
            <a:off x="825500" y="1803400"/>
            <a:ext cx="3327400" cy="622300"/>
          </a:xfrm>
          <a:prstGeom prst="rect">
            <a:avLst/>
          </a:prstGeom>
        </p:spPr>
      </p:pic>
      <p:pic>
        <p:nvPicPr>
          <p:cNvPr id="6" name="Picture 5" descr="image.jpg"/>
          <p:cNvPicPr>
            <a:picLocks noChangeAspect="1"/>
          </p:cNvPicPr>
          <p:nvPr/>
        </p:nvPicPr>
        <p:blipFill>
          <a:blip r:embed="rId6"/>
          <a:stretch>
            <a:fillRect/>
          </a:stretch>
        </p:blipFill>
        <p:spPr>
          <a:xfrm>
            <a:off x="825500" y="2768600"/>
            <a:ext cx="3327400" cy="622300"/>
          </a:xfrm>
          <a:prstGeom prst="rect">
            <a:avLst/>
          </a:prstGeom>
        </p:spPr>
      </p:pic>
      <p:pic>
        <p:nvPicPr>
          <p:cNvPr id="7" name="Picture 6" descr="image.jpg"/>
          <p:cNvPicPr>
            <a:picLocks noChangeAspect="1"/>
          </p:cNvPicPr>
          <p:nvPr/>
        </p:nvPicPr>
        <p:blipFill>
          <a:blip r:embed="rId7"/>
          <a:stretch>
            <a:fillRect/>
          </a:stretch>
        </p:blipFill>
        <p:spPr>
          <a:xfrm>
            <a:off x="825500" y="3733800"/>
            <a:ext cx="3327400" cy="622300"/>
          </a:xfrm>
          <a:prstGeom prst="rect">
            <a:avLst/>
          </a:prstGeom>
        </p:spPr>
      </p:pic>
      <p:pic>
        <p:nvPicPr>
          <p:cNvPr id="8" name="Picture 7" descr="image.jpg"/>
          <p:cNvPicPr>
            <a:picLocks noChangeAspect="1"/>
          </p:cNvPicPr>
          <p:nvPr/>
        </p:nvPicPr>
        <p:blipFill>
          <a:blip r:embed="rId8"/>
          <a:stretch>
            <a:fillRect/>
          </a:stretch>
        </p:blipFill>
        <p:spPr>
          <a:xfrm>
            <a:off x="825500" y="4699000"/>
            <a:ext cx="3327400" cy="622300"/>
          </a:xfrm>
          <a:prstGeom prst="rect">
            <a:avLst/>
          </a:prstGeom>
        </p:spPr>
      </p:pic>
      <p:pic>
        <p:nvPicPr>
          <p:cNvPr id="9" name="Picture 8" descr="image.jpg"/>
          <p:cNvPicPr>
            <a:picLocks noChangeAspect="1"/>
          </p:cNvPicPr>
          <p:nvPr/>
        </p:nvPicPr>
        <p:blipFill>
          <a:blip r:embed="rId9"/>
          <a:stretch>
            <a:fillRect/>
          </a:stretch>
        </p:blipFill>
        <p:spPr>
          <a:xfrm>
            <a:off x="4483100" y="1358900"/>
            <a:ext cx="3124200" cy="4521200"/>
          </a:xfrm>
          <a:prstGeom prst="rect">
            <a:avLst/>
          </a:prstGeom>
        </p:spPr>
      </p:pic>
      <p:pic>
        <p:nvPicPr>
          <p:cNvPr id="10" name="Picture 9" descr="image.jpg"/>
          <p:cNvPicPr>
            <a:picLocks noChangeAspect="1"/>
          </p:cNvPicPr>
          <p:nvPr/>
        </p:nvPicPr>
        <p:blipFill>
          <a:blip r:embed="rId10"/>
          <a:stretch>
            <a:fillRect/>
          </a:stretch>
        </p:blipFill>
        <p:spPr>
          <a:xfrm>
            <a:off x="4610100" y="1447800"/>
            <a:ext cx="2870200" cy="311150"/>
          </a:xfrm>
          <a:prstGeom prst="rect">
            <a:avLst/>
          </a:prstGeom>
        </p:spPr>
      </p:pic>
      <p:pic>
        <p:nvPicPr>
          <p:cNvPr id="11" name="Picture 10" descr="image.jpg"/>
          <p:cNvPicPr>
            <a:picLocks noChangeAspect="1"/>
          </p:cNvPicPr>
          <p:nvPr/>
        </p:nvPicPr>
        <p:blipFill>
          <a:blip r:embed="rId11"/>
          <a:stretch>
            <a:fillRect/>
          </a:stretch>
        </p:blipFill>
        <p:spPr>
          <a:xfrm>
            <a:off x="4635500" y="1866900"/>
            <a:ext cx="2819400" cy="622300"/>
          </a:xfrm>
          <a:prstGeom prst="rect">
            <a:avLst/>
          </a:prstGeom>
        </p:spPr>
      </p:pic>
      <p:pic>
        <p:nvPicPr>
          <p:cNvPr id="12" name="Picture 11" descr="image.jpg"/>
          <p:cNvPicPr>
            <a:picLocks noChangeAspect="1"/>
          </p:cNvPicPr>
          <p:nvPr/>
        </p:nvPicPr>
        <p:blipFill>
          <a:blip r:embed="rId12"/>
          <a:stretch>
            <a:fillRect/>
          </a:stretch>
        </p:blipFill>
        <p:spPr>
          <a:xfrm>
            <a:off x="5080000" y="2755900"/>
            <a:ext cx="1917700" cy="1282700"/>
          </a:xfrm>
          <a:prstGeom prst="rect">
            <a:avLst/>
          </a:prstGeom>
        </p:spPr>
      </p:pic>
      <p:pic>
        <p:nvPicPr>
          <p:cNvPr id="13" name="Picture 12" descr="image.jpg"/>
          <p:cNvPicPr>
            <a:picLocks noChangeAspect="1"/>
          </p:cNvPicPr>
          <p:nvPr/>
        </p:nvPicPr>
        <p:blipFill>
          <a:blip r:embed="rId13"/>
          <a:stretch>
            <a:fillRect/>
          </a:stretch>
        </p:blipFill>
        <p:spPr>
          <a:xfrm>
            <a:off x="4635500" y="4089400"/>
            <a:ext cx="2819400" cy="361950"/>
          </a:xfrm>
          <a:prstGeom prst="rect">
            <a:avLst/>
          </a:prstGeom>
        </p:spPr>
      </p:pic>
      <p:pic>
        <p:nvPicPr>
          <p:cNvPr id="14" name="Picture 13" descr="image.jpg"/>
          <p:cNvPicPr>
            <a:picLocks noChangeAspect="1"/>
          </p:cNvPicPr>
          <p:nvPr/>
        </p:nvPicPr>
        <p:blipFill>
          <a:blip r:embed="rId14"/>
          <a:stretch>
            <a:fillRect/>
          </a:stretch>
        </p:blipFill>
        <p:spPr>
          <a:xfrm>
            <a:off x="4635500" y="4533900"/>
            <a:ext cx="2819400" cy="622300"/>
          </a:xfrm>
          <a:prstGeom prst="rect">
            <a:avLst/>
          </a:prstGeom>
        </p:spPr>
      </p:pic>
      <p:pic>
        <p:nvPicPr>
          <p:cNvPr id="15" name="Picture 14" descr="image.jpg"/>
          <p:cNvPicPr>
            <a:picLocks noChangeAspect="1"/>
          </p:cNvPicPr>
          <p:nvPr/>
        </p:nvPicPr>
        <p:blipFill>
          <a:blip r:embed="rId15"/>
          <a:stretch>
            <a:fillRect/>
          </a:stretch>
        </p:blipFill>
        <p:spPr>
          <a:xfrm>
            <a:off x="7785100" y="1358900"/>
            <a:ext cx="3759200" cy="4521200"/>
          </a:xfrm>
          <a:prstGeom prst="rect">
            <a:avLst/>
          </a:prstGeom>
        </p:spPr>
      </p:pic>
      <p:pic>
        <p:nvPicPr>
          <p:cNvPr id="16" name="Picture 15" descr="image.jpg"/>
          <p:cNvPicPr>
            <a:picLocks noChangeAspect="1"/>
          </p:cNvPicPr>
          <p:nvPr/>
        </p:nvPicPr>
        <p:blipFill>
          <a:blip r:embed="rId16"/>
          <a:stretch>
            <a:fillRect/>
          </a:stretch>
        </p:blipFill>
        <p:spPr>
          <a:xfrm>
            <a:off x="7912100" y="1447800"/>
            <a:ext cx="3505200" cy="311150"/>
          </a:xfrm>
          <a:prstGeom prst="rect">
            <a:avLst/>
          </a:prstGeom>
        </p:spPr>
      </p:pic>
      <p:pic>
        <p:nvPicPr>
          <p:cNvPr id="17" name="Picture 16" descr="image.jpg"/>
          <p:cNvPicPr>
            <a:picLocks noChangeAspect="1"/>
          </p:cNvPicPr>
          <p:nvPr/>
        </p:nvPicPr>
        <p:blipFill>
          <a:blip r:embed="rId17"/>
          <a:stretch>
            <a:fillRect/>
          </a:stretch>
        </p:blipFill>
        <p:spPr>
          <a:xfrm>
            <a:off x="7937500" y="1803400"/>
            <a:ext cx="3454400" cy="622300"/>
          </a:xfrm>
          <a:prstGeom prst="rect">
            <a:avLst/>
          </a:prstGeom>
        </p:spPr>
      </p:pic>
      <p:pic>
        <p:nvPicPr>
          <p:cNvPr id="18" name="Picture 17" descr="image.jpg"/>
          <p:cNvPicPr>
            <a:picLocks noChangeAspect="1"/>
          </p:cNvPicPr>
          <p:nvPr/>
        </p:nvPicPr>
        <p:blipFill>
          <a:blip r:embed="rId18"/>
          <a:stretch>
            <a:fillRect/>
          </a:stretch>
        </p:blipFill>
        <p:spPr>
          <a:xfrm>
            <a:off x="7937500" y="2768600"/>
            <a:ext cx="3454400" cy="622300"/>
          </a:xfrm>
          <a:prstGeom prst="rect">
            <a:avLst/>
          </a:prstGeom>
        </p:spPr>
      </p:pic>
      <p:pic>
        <p:nvPicPr>
          <p:cNvPr id="19" name="Picture 18" descr="image.jpg"/>
          <p:cNvPicPr>
            <a:picLocks noChangeAspect="1"/>
          </p:cNvPicPr>
          <p:nvPr/>
        </p:nvPicPr>
        <p:blipFill>
          <a:blip r:embed="rId19"/>
          <a:stretch>
            <a:fillRect/>
          </a:stretch>
        </p:blipFill>
        <p:spPr>
          <a:xfrm>
            <a:off x="7937500" y="3733800"/>
            <a:ext cx="3454400" cy="622300"/>
          </a:xfrm>
          <a:prstGeom prst="rect">
            <a:avLst/>
          </a:prstGeom>
        </p:spPr>
      </p:pic>
      <p:pic>
        <p:nvPicPr>
          <p:cNvPr id="20" name="Picture 19" descr="image.jpg"/>
          <p:cNvPicPr>
            <a:picLocks noChangeAspect="1"/>
          </p:cNvPicPr>
          <p:nvPr/>
        </p:nvPicPr>
        <p:blipFill>
          <a:blip r:embed="rId20"/>
          <a:stretch>
            <a:fillRect/>
          </a:stretch>
        </p:blipFill>
        <p:spPr>
          <a:xfrm>
            <a:off x="7937500" y="4699000"/>
            <a:ext cx="3454400" cy="622300"/>
          </a:xfrm>
          <a:prstGeom prst="rect">
            <a:avLst/>
          </a:prstGeom>
        </p:spPr>
      </p:pic>
      <p:pic>
        <p:nvPicPr>
          <p:cNvPr id="21" name="Picture 20" descr="image.jpg"/>
          <p:cNvPicPr>
            <a:picLocks noChangeAspect="1"/>
          </p:cNvPicPr>
          <p:nvPr/>
        </p:nvPicPr>
        <p:blipFill>
          <a:blip r:embed="rId21"/>
          <a:stretch>
            <a:fillRect/>
          </a:stretch>
        </p:blipFill>
        <p:spPr>
          <a:xfrm>
            <a:off x="4165600" y="3454400"/>
            <a:ext cx="457200" cy="203200"/>
          </a:xfrm>
          <a:prstGeom prst="rect">
            <a:avLst/>
          </a:prstGeom>
        </p:spPr>
      </p:pic>
      <p:pic>
        <p:nvPicPr>
          <p:cNvPr id="22" name="Picture 21" descr="image.jpg"/>
          <p:cNvPicPr>
            <a:picLocks noChangeAspect="1"/>
          </p:cNvPicPr>
          <p:nvPr/>
        </p:nvPicPr>
        <p:blipFill>
          <a:blip r:embed="rId22"/>
          <a:stretch>
            <a:fillRect/>
          </a:stretch>
        </p:blipFill>
        <p:spPr>
          <a:xfrm>
            <a:off x="7467600" y="3454400"/>
            <a:ext cx="457200" cy="203200"/>
          </a:xfrm>
          <a:prstGeom prst="rect">
            <a:avLst/>
          </a:prstGeom>
        </p:spPr>
      </p:pic>
      <p:pic>
        <p:nvPicPr>
          <p:cNvPr id="23" name="Picture 22" descr="image.jpg"/>
          <p:cNvPicPr>
            <a:picLocks noChangeAspect="1"/>
          </p:cNvPicPr>
          <p:nvPr/>
        </p:nvPicPr>
        <p:blipFill>
          <a:blip r:embed="rId23"/>
          <a:stretch>
            <a:fillRect/>
          </a:stretch>
        </p:blipFill>
        <p:spPr>
          <a:xfrm>
            <a:off x="673100" y="5854700"/>
            <a:ext cx="10871200" cy="26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42" presetClass="entr" presetSubtype="0" fill="hold" nodeType="withEffect">
                                  <p:stCondLst>
                                    <p:cond delay="22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anim calcmode="lin" valueType="num">
                                      <p:cBhvr>
                                        <p:cTn id="11" dur="500" decel="100000" fill="hold"/>
                                        <p:tgtEl>
                                          <p:spTgt spid="4"/>
                                        </p:tgtEl>
                                        <p:attrNameLst>
                                          <p:attrName>ppt_x</p:attrName>
                                        </p:attrNameLst>
                                      </p:cBhvr>
                                      <p:tavLst>
                                        <p:tav tm="0">
                                          <p:val>
                                            <p:strVal val="#ppt_x"/>
                                          </p:val>
                                        </p:tav>
                                        <p:tav tm="100000">
                                          <p:val>
                                            <p:strVal val="#ppt_x"/>
                                          </p:val>
                                        </p:tav>
                                      </p:tavLst>
                                    </p:anim>
                                    <p:anim calcmode="lin" valueType="num">
                                      <p:cBhvr>
                                        <p:cTn id="12" dur="500" decel="100000" fill="hold"/>
                                        <p:tgtEl>
                                          <p:spTgt spid="4"/>
                                        </p:tgtEl>
                                        <p:attrNameLst>
                                          <p:attrName>ppt_y</p:attrName>
                                        </p:attrNameLst>
                                      </p:cBhvr>
                                      <p:tavLst>
                                        <p:tav tm="0">
                                          <p:val>
                                            <p:strVal val="#ppt_y+0.04"/>
                                          </p:val>
                                        </p:tav>
                                        <p:tav tm="100000">
                                          <p:val>
                                            <p:strVal val="#ppt_y"/>
                                          </p:val>
                                        </p:tav>
                                      </p:tavLst>
                                    </p:anim>
                                  </p:childTnLst>
                                </p:cTn>
                              </p:par>
                              <p:par>
                                <p:cTn id="13" presetID="42" presetClass="entr" presetSubtype="0"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66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88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42" presetClass="entr" presetSubtype="0"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decel="100000" fill="hold"/>
                                        <p:tgtEl>
                                          <p:spTgt spid="8"/>
                                        </p:tgtEl>
                                        <p:attrNameLst>
                                          <p:attrName>ppt_x</p:attrName>
                                        </p:attrNameLst>
                                      </p:cBhvr>
                                      <p:tavLst>
                                        <p:tav tm="0">
                                          <p:val>
                                            <p:strVal val="#ppt_x"/>
                                          </p:val>
                                        </p:tav>
                                        <p:tav tm="100000">
                                          <p:val>
                                            <p:strVal val="#ppt_x"/>
                                          </p:val>
                                        </p:tav>
                                      </p:tavLst>
                                    </p:anim>
                                    <p:anim calcmode="lin" valueType="num">
                                      <p:cBhvr>
                                        <p:cTn id="32" dur="500" decel="100000" fill="hold"/>
                                        <p:tgtEl>
                                          <p:spTgt spid="8"/>
                                        </p:tgtEl>
                                        <p:attrNameLst>
                                          <p:attrName>ppt_y</p:attrName>
                                        </p:attrNameLst>
                                      </p:cBhvr>
                                      <p:tavLst>
                                        <p:tav tm="0">
                                          <p:val>
                                            <p:strVal val="#ppt_y+0.04"/>
                                          </p:val>
                                        </p:tav>
                                        <p:tav tm="100000">
                                          <p:val>
                                            <p:strVal val="#ppt_y"/>
                                          </p:val>
                                        </p:tav>
                                      </p:tavLst>
                                    </p:anim>
                                  </p:childTnLst>
                                </p:cTn>
                              </p:par>
                              <p:par>
                                <p:cTn id="33" presetID="42" presetClass="entr" presetSubtype="0" fill="hold" nodeType="withEffect">
                                  <p:stCondLst>
                                    <p:cond delay="132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500"/>
                                        <p:tgtEl>
                                          <p:spTgt spid="23"/>
                                        </p:tgtEl>
                                      </p:cBhvr>
                                    </p:animEffect>
                                    <p:anim calcmode="lin" valueType="num">
                                      <p:cBhvr>
                                        <p:cTn id="36" dur="500" decel="100000" fill="hold"/>
                                        <p:tgtEl>
                                          <p:spTgt spid="23"/>
                                        </p:tgtEl>
                                        <p:attrNameLst>
                                          <p:attrName>ppt_x</p:attrName>
                                        </p:attrNameLst>
                                      </p:cBhvr>
                                      <p:tavLst>
                                        <p:tav tm="0">
                                          <p:val>
                                            <p:strVal val="#ppt_x"/>
                                          </p:val>
                                        </p:tav>
                                        <p:tav tm="100000">
                                          <p:val>
                                            <p:strVal val="#ppt_x"/>
                                          </p:val>
                                        </p:tav>
                                      </p:tavLst>
                                    </p:anim>
                                    <p:anim calcmode="lin" valueType="num">
                                      <p:cBhvr>
                                        <p:cTn id="37" dur="500" decel="100000" fill="hold"/>
                                        <p:tgtEl>
                                          <p:spTgt spid="23"/>
                                        </p:tgtEl>
                                        <p:attrNameLst>
                                          <p:attrName>ppt_y</p:attrName>
                                        </p:attrNameLst>
                                      </p:cBhvr>
                                      <p:tavLst>
                                        <p:tav tm="0">
                                          <p:val>
                                            <p:strVal val="#ppt_y+0.04"/>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wipe(up)">
                                      <p:cBhvr>
                                        <p:cTn id="42" dur="650"/>
                                        <p:tgtEl>
                                          <p:spTgt spid="9"/>
                                        </p:tgtEl>
                                      </p:cBhvr>
                                    </p:animEffect>
                                  </p:childTnLst>
                                </p:cTn>
                              </p:par>
                              <p:par>
                                <p:cTn id="43" presetID="42" presetClass="entr" presetSubtype="0" fill="hold"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decel="100000" fill="hold"/>
                                        <p:tgtEl>
                                          <p:spTgt spid="10"/>
                                        </p:tgtEl>
                                        <p:attrNameLst>
                                          <p:attrName>ppt_x</p:attrName>
                                        </p:attrNameLst>
                                      </p:cBhvr>
                                      <p:tavLst>
                                        <p:tav tm="0">
                                          <p:val>
                                            <p:strVal val="#ppt_x"/>
                                          </p:val>
                                        </p:tav>
                                        <p:tav tm="100000">
                                          <p:val>
                                            <p:strVal val="#ppt_x"/>
                                          </p:val>
                                        </p:tav>
                                      </p:tavLst>
                                    </p:anim>
                                    <p:anim calcmode="lin" valueType="num">
                                      <p:cBhvr>
                                        <p:cTn id="47" dur="500" decel="100000" fill="hold"/>
                                        <p:tgtEl>
                                          <p:spTgt spid="10"/>
                                        </p:tgtEl>
                                        <p:attrNameLst>
                                          <p:attrName>ppt_y</p:attrName>
                                        </p:attrNameLst>
                                      </p:cBhvr>
                                      <p:tavLst>
                                        <p:tav tm="0">
                                          <p:val>
                                            <p:strVal val="#ppt_y+0.04"/>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p:cTn id="51" dur="500" decel="100000" fill="hold"/>
                                        <p:tgtEl>
                                          <p:spTgt spid="11"/>
                                        </p:tgtEl>
                                        <p:attrNameLst>
                                          <p:attrName>ppt_x</p:attrName>
                                        </p:attrNameLst>
                                      </p:cBhvr>
                                      <p:tavLst>
                                        <p:tav tm="0">
                                          <p:val>
                                            <p:strVal val="#ppt_x"/>
                                          </p:val>
                                        </p:tav>
                                        <p:tav tm="100000">
                                          <p:val>
                                            <p:strVal val="#ppt_x"/>
                                          </p:val>
                                        </p:tav>
                                      </p:tavLst>
                                    </p:anim>
                                    <p:anim calcmode="lin" valueType="num">
                                      <p:cBhvr>
                                        <p:cTn id="52" dur="500" decel="100000" fill="hold"/>
                                        <p:tgtEl>
                                          <p:spTgt spid="11"/>
                                        </p:tgtEl>
                                        <p:attrNameLst>
                                          <p:attrName>ppt_y</p:attrName>
                                        </p:attrNameLst>
                                      </p:cBhvr>
                                      <p:tavLst>
                                        <p:tav tm="0">
                                          <p:val>
                                            <p:strVal val="#ppt_y+0.04"/>
                                          </p:val>
                                        </p:tav>
                                        <p:tav tm="100000">
                                          <p:val>
                                            <p:strVal val="#ppt_y"/>
                                          </p:val>
                                        </p:tav>
                                      </p:tavLst>
                                    </p:anim>
                                  </p:childTnLst>
                                </p:cTn>
                              </p:par>
                              <p:par>
                                <p:cTn id="53" presetID="22" presetClass="entr" presetSubtype="8" fill="hold" nodeType="withEffect">
                                  <p:stCondLst>
                                    <p:cond delay="0"/>
                                  </p:stCondLst>
                                  <p:childTnLst>
                                    <p:set>
                                      <p:cBhvr>
                                        <p:cTn id="54" dur="1" fill="hold">
                                          <p:stCondLst>
                                            <p:cond delay="0"/>
                                          </p:stCondLst>
                                        </p:cTn>
                                        <p:tgtEl>
                                          <p:spTgt spid="12"/>
                                        </p:tgtEl>
                                        <p:attrNameLst>
                                          <p:attrName>style.visibility</p:attrName>
                                        </p:attrNameLst>
                                      </p:cBhvr>
                                      <p:to>
                                        <p:strVal val="visible"/>
                                      </p:to>
                                    </p:set>
                                    <p:animEffect transition="in" filter="wipe(right)">
                                      <p:cBhvr>
                                        <p:cTn id="55" dur="650"/>
                                        <p:tgtEl>
                                          <p:spTgt spid="12"/>
                                        </p:tgtEl>
                                      </p:cBhvr>
                                    </p:animEffect>
                                  </p:childTnLst>
                                </p:cTn>
                              </p:par>
                              <p:par>
                                <p:cTn id="56"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decel="100000" fill="hold"/>
                                        <p:tgtEl>
                                          <p:spTgt spid="13"/>
                                        </p:tgtEl>
                                        <p:attrNameLst>
                                          <p:attrName>ppt_x</p:attrName>
                                        </p:attrNameLst>
                                      </p:cBhvr>
                                      <p:tavLst>
                                        <p:tav tm="0">
                                          <p:val>
                                            <p:strVal val="#ppt_x"/>
                                          </p:val>
                                        </p:tav>
                                        <p:tav tm="100000">
                                          <p:val>
                                            <p:strVal val="#ppt_x"/>
                                          </p:val>
                                        </p:tav>
                                      </p:tavLst>
                                    </p:anim>
                                    <p:anim calcmode="lin" valueType="num">
                                      <p:cBhvr>
                                        <p:cTn id="60" dur="500" decel="100000" fill="hold"/>
                                        <p:tgtEl>
                                          <p:spTgt spid="13"/>
                                        </p:tgtEl>
                                        <p:attrNameLst>
                                          <p:attrName>ppt_y</p:attrName>
                                        </p:attrNameLst>
                                      </p:cBhvr>
                                      <p:tavLst>
                                        <p:tav tm="0">
                                          <p:val>
                                            <p:strVal val="#ppt_y+0.04"/>
                                          </p:val>
                                        </p:tav>
                                        <p:tav tm="100000">
                                          <p:val>
                                            <p:strVal val="#ppt_y"/>
                                          </p:val>
                                        </p:tav>
                                      </p:tavLst>
                                    </p:anim>
                                  </p:childTnLst>
                                </p:cTn>
                              </p:par>
                              <p:par>
                                <p:cTn id="61"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decel="100000" fill="hold"/>
                                        <p:tgtEl>
                                          <p:spTgt spid="14"/>
                                        </p:tgtEl>
                                        <p:attrNameLst>
                                          <p:attrName>ppt_x</p:attrName>
                                        </p:attrNameLst>
                                      </p:cBhvr>
                                      <p:tavLst>
                                        <p:tav tm="0">
                                          <p:val>
                                            <p:strVal val="#ppt_x"/>
                                          </p:val>
                                        </p:tav>
                                        <p:tav tm="100000">
                                          <p:val>
                                            <p:strVal val="#ppt_x"/>
                                          </p:val>
                                        </p:tav>
                                      </p:tavLst>
                                    </p:anim>
                                    <p:anim calcmode="lin" valueType="num">
                                      <p:cBhvr>
                                        <p:cTn id="65" dur="500" decel="100000" fill="hold"/>
                                        <p:tgtEl>
                                          <p:spTgt spid="14"/>
                                        </p:tgtEl>
                                        <p:attrNameLst>
                                          <p:attrName>ppt_y</p:attrName>
                                        </p:attrNameLst>
                                      </p:cBhvr>
                                      <p:tavLst>
                                        <p:tav tm="0">
                                          <p:val>
                                            <p:strVal val="#ppt_y+0.04"/>
                                          </p:val>
                                        </p:tav>
                                        <p:tav tm="100000">
                                          <p:val>
                                            <p:strVal val="#ppt_y"/>
                                          </p:val>
                                        </p:tav>
                                      </p:tavLst>
                                    </p:anim>
                                  </p:childTnLst>
                                </p:cTn>
                              </p:par>
                              <p:par>
                                <p:cTn id="66" presetID="22" presetClass="entr" presetSubtype="8" fill="hold"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wipe(right)">
                                      <p:cBhvr>
                                        <p:cTn id="68" dur="500"/>
                                        <p:tgtEl>
                                          <p:spTgt spid="2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450"/>
                                        <p:tgtEl>
                                          <p:spTgt spid="15"/>
                                        </p:tgtEl>
                                      </p:cBhvr>
                                    </p:animEffect>
                                  </p:childTnLst>
                                </p:cTn>
                              </p:par>
                              <p:par>
                                <p:cTn id="74" presetID="42" presetClass="entr" presetSubtype="0" fill="hold"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p:tgtEl>
                                          <p:spTgt spid="16"/>
                                        </p:tgtEl>
                                      </p:cBhvr>
                                    </p:animEffect>
                                    <p:anim calcmode="lin" valueType="num">
                                      <p:cBhvr>
                                        <p:cTn id="77" dur="500" decel="100000" fill="hold"/>
                                        <p:tgtEl>
                                          <p:spTgt spid="16"/>
                                        </p:tgtEl>
                                        <p:attrNameLst>
                                          <p:attrName>ppt_x</p:attrName>
                                        </p:attrNameLst>
                                      </p:cBhvr>
                                      <p:tavLst>
                                        <p:tav tm="0">
                                          <p:val>
                                            <p:strVal val="#ppt_x"/>
                                          </p:val>
                                        </p:tav>
                                        <p:tav tm="100000">
                                          <p:val>
                                            <p:strVal val="#ppt_x"/>
                                          </p:val>
                                        </p:tav>
                                      </p:tavLst>
                                    </p:anim>
                                    <p:anim calcmode="lin" valueType="num">
                                      <p:cBhvr>
                                        <p:cTn id="78" dur="500" decel="100000" fill="hold"/>
                                        <p:tgtEl>
                                          <p:spTgt spid="16"/>
                                        </p:tgtEl>
                                        <p:attrNameLst>
                                          <p:attrName>ppt_y</p:attrName>
                                        </p:attrNameLst>
                                      </p:cBhvr>
                                      <p:tavLst>
                                        <p:tav tm="0">
                                          <p:val>
                                            <p:strVal val="#ppt_y+0.04"/>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p:tgtEl>
                                          <p:spTgt spid="17"/>
                                        </p:tgtEl>
                                      </p:cBhvr>
                                    </p:animEffect>
                                    <p:anim calcmode="lin" valueType="num">
                                      <p:cBhvr>
                                        <p:cTn id="82" dur="500" decel="100000" fill="hold"/>
                                        <p:tgtEl>
                                          <p:spTgt spid="17"/>
                                        </p:tgtEl>
                                        <p:attrNameLst>
                                          <p:attrName>ppt_x</p:attrName>
                                        </p:attrNameLst>
                                      </p:cBhvr>
                                      <p:tavLst>
                                        <p:tav tm="0">
                                          <p:val>
                                            <p:strVal val="#ppt_x"/>
                                          </p:val>
                                        </p:tav>
                                        <p:tav tm="100000">
                                          <p:val>
                                            <p:strVal val="#ppt_x"/>
                                          </p:val>
                                        </p:tav>
                                      </p:tavLst>
                                    </p:anim>
                                    <p:anim calcmode="lin" valueType="num">
                                      <p:cBhvr>
                                        <p:cTn id="83" dur="500" decel="100000" fill="hold"/>
                                        <p:tgtEl>
                                          <p:spTgt spid="17"/>
                                        </p:tgtEl>
                                        <p:attrNameLst>
                                          <p:attrName>ppt_y</p:attrName>
                                        </p:attrNameLst>
                                      </p:cBhvr>
                                      <p:tavLst>
                                        <p:tav tm="0">
                                          <p:val>
                                            <p:strVal val="#ppt_y+0.04"/>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00"/>
                                        <p:tgtEl>
                                          <p:spTgt spid="18"/>
                                        </p:tgtEl>
                                      </p:cBhvr>
                                    </p:animEffect>
                                    <p:anim calcmode="lin" valueType="num">
                                      <p:cBhvr>
                                        <p:cTn id="87" dur="500" decel="100000" fill="hold"/>
                                        <p:tgtEl>
                                          <p:spTgt spid="18"/>
                                        </p:tgtEl>
                                        <p:attrNameLst>
                                          <p:attrName>ppt_x</p:attrName>
                                        </p:attrNameLst>
                                      </p:cBhvr>
                                      <p:tavLst>
                                        <p:tav tm="0">
                                          <p:val>
                                            <p:strVal val="#ppt_x"/>
                                          </p:val>
                                        </p:tav>
                                        <p:tav tm="100000">
                                          <p:val>
                                            <p:strVal val="#ppt_x"/>
                                          </p:val>
                                        </p:tav>
                                      </p:tavLst>
                                    </p:anim>
                                    <p:anim calcmode="lin" valueType="num">
                                      <p:cBhvr>
                                        <p:cTn id="88" dur="500" decel="100000" fill="hold"/>
                                        <p:tgtEl>
                                          <p:spTgt spid="18"/>
                                        </p:tgtEl>
                                        <p:attrNameLst>
                                          <p:attrName>ppt_y</p:attrName>
                                        </p:attrNameLst>
                                      </p:cBhvr>
                                      <p:tavLst>
                                        <p:tav tm="0">
                                          <p:val>
                                            <p:strVal val="#ppt_y+0.04"/>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p:tgtEl>
                                          <p:spTgt spid="19"/>
                                        </p:tgtEl>
                                      </p:cBhvr>
                                    </p:animEffect>
                                    <p:anim calcmode="lin" valueType="num">
                                      <p:cBhvr>
                                        <p:cTn id="92" dur="500" decel="100000" fill="hold"/>
                                        <p:tgtEl>
                                          <p:spTgt spid="19"/>
                                        </p:tgtEl>
                                        <p:attrNameLst>
                                          <p:attrName>ppt_x</p:attrName>
                                        </p:attrNameLst>
                                      </p:cBhvr>
                                      <p:tavLst>
                                        <p:tav tm="0">
                                          <p:val>
                                            <p:strVal val="#ppt_x"/>
                                          </p:val>
                                        </p:tav>
                                        <p:tav tm="100000">
                                          <p:val>
                                            <p:strVal val="#ppt_x"/>
                                          </p:val>
                                        </p:tav>
                                      </p:tavLst>
                                    </p:anim>
                                    <p:anim calcmode="lin" valueType="num">
                                      <p:cBhvr>
                                        <p:cTn id="93" dur="500" decel="100000" fill="hold"/>
                                        <p:tgtEl>
                                          <p:spTgt spid="19"/>
                                        </p:tgtEl>
                                        <p:attrNameLst>
                                          <p:attrName>ppt_y</p:attrName>
                                        </p:attrNameLst>
                                      </p:cBhvr>
                                      <p:tavLst>
                                        <p:tav tm="0">
                                          <p:val>
                                            <p:strVal val="#ppt_y+0.04"/>
                                          </p:val>
                                        </p:tav>
                                        <p:tav tm="100000">
                                          <p:val>
                                            <p:strVal val="#ppt_y"/>
                                          </p:val>
                                        </p:tav>
                                      </p:tavLst>
                                    </p:anim>
                                  </p:childTnLst>
                                </p:cTn>
                              </p:par>
                              <p:par>
                                <p:cTn id="94" presetID="42" presetClass="entr" presetSubtype="0" fill="hold"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p:tgtEl>
                                          <p:spTgt spid="20"/>
                                        </p:tgtEl>
                                      </p:cBhvr>
                                    </p:animEffect>
                                    <p:anim calcmode="lin" valueType="num">
                                      <p:cBhvr>
                                        <p:cTn id="97" dur="500" decel="100000" fill="hold"/>
                                        <p:tgtEl>
                                          <p:spTgt spid="20"/>
                                        </p:tgtEl>
                                        <p:attrNameLst>
                                          <p:attrName>ppt_x</p:attrName>
                                        </p:attrNameLst>
                                      </p:cBhvr>
                                      <p:tavLst>
                                        <p:tav tm="0">
                                          <p:val>
                                            <p:strVal val="#ppt_x"/>
                                          </p:val>
                                        </p:tav>
                                        <p:tav tm="100000">
                                          <p:val>
                                            <p:strVal val="#ppt_x"/>
                                          </p:val>
                                        </p:tav>
                                      </p:tavLst>
                                    </p:anim>
                                    <p:anim calcmode="lin" valueType="num">
                                      <p:cBhvr>
                                        <p:cTn id="98" dur="500" decel="100000" fill="hold"/>
                                        <p:tgtEl>
                                          <p:spTgt spid="20"/>
                                        </p:tgtEl>
                                        <p:attrNameLst>
                                          <p:attrName>ppt_y</p:attrName>
                                        </p:attrNameLst>
                                      </p:cBhvr>
                                      <p:tavLst>
                                        <p:tav tm="0">
                                          <p:val>
                                            <p:strVal val="#ppt_y+0.04"/>
                                          </p:val>
                                        </p:tav>
                                        <p:tav tm="100000">
                                          <p:val>
                                            <p:strVal val="#ppt_y"/>
                                          </p:val>
                                        </p:tav>
                                      </p:tavLst>
                                    </p:anim>
                                  </p:childTnLst>
                                </p:cTn>
                              </p:par>
                              <p:par>
                                <p:cTn id="99" presetID="22" presetClass="entr" presetSubtype="8" fill="hold" nodeType="withEffect">
                                  <p:stCondLst>
                                    <p:cond delay="0"/>
                                  </p:stCondLst>
                                  <p:childTnLst>
                                    <p:set>
                                      <p:cBhvr>
                                        <p:cTn id="100" dur="1" fill="hold">
                                          <p:stCondLst>
                                            <p:cond delay="0"/>
                                          </p:stCondLst>
                                        </p:cTn>
                                        <p:tgtEl>
                                          <p:spTgt spid="22"/>
                                        </p:tgtEl>
                                        <p:attrNameLst>
                                          <p:attrName>style.visibility</p:attrName>
                                        </p:attrNameLst>
                                      </p:cBhvr>
                                      <p:to>
                                        <p:strVal val="visible"/>
                                      </p:to>
                                    </p:set>
                                    <p:animEffect transition="in" filter="wipe(right)">
                                      <p:cBhvr>
                                        <p:cTn id="10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7150"/>
            <a:ext cx="5791200" cy="3378200"/>
          </a:xfrm>
          <a:prstGeom prst="rect">
            <a:avLst/>
          </a:prstGeom>
        </p:spPr>
      </p:pic>
      <p:pic>
        <p:nvPicPr>
          <p:cNvPr id="4" name="Picture 3" descr="image.jpg"/>
          <p:cNvPicPr>
            <a:picLocks noChangeAspect="1"/>
          </p:cNvPicPr>
          <p:nvPr/>
        </p:nvPicPr>
        <p:blipFill>
          <a:blip r:embed="rId4"/>
          <a:stretch>
            <a:fillRect/>
          </a:stretch>
        </p:blipFill>
        <p:spPr>
          <a:xfrm>
            <a:off x="673100" y="4978400"/>
            <a:ext cx="3479800" cy="482600"/>
          </a:xfrm>
          <a:prstGeom prst="rect">
            <a:avLst/>
          </a:prstGeom>
        </p:spPr>
      </p:pic>
      <p:pic>
        <p:nvPicPr>
          <p:cNvPr id="5" name="Picture 4" descr="image.jpg"/>
          <p:cNvPicPr>
            <a:picLocks noChangeAspect="1"/>
          </p:cNvPicPr>
          <p:nvPr/>
        </p:nvPicPr>
        <p:blipFill>
          <a:blip r:embed="rId5"/>
          <a:stretch>
            <a:fillRect/>
          </a:stretch>
        </p:blipFill>
        <p:spPr>
          <a:xfrm>
            <a:off x="673100" y="5041900"/>
            <a:ext cx="3479800" cy="292100"/>
          </a:xfrm>
          <a:prstGeom prst="rect">
            <a:avLst/>
          </a:prstGeom>
        </p:spPr>
      </p:pic>
      <p:pic>
        <p:nvPicPr>
          <p:cNvPr id="6" name="Picture 5" descr="image.jpg"/>
          <p:cNvPicPr>
            <a:picLocks noChangeAspect="1"/>
          </p:cNvPicPr>
          <p:nvPr/>
        </p:nvPicPr>
        <p:blipFill>
          <a:blip r:embed="rId6"/>
          <a:stretch>
            <a:fillRect/>
          </a:stretch>
        </p:blipFill>
        <p:spPr>
          <a:xfrm>
            <a:off x="4102100" y="4978400"/>
            <a:ext cx="1200150" cy="482600"/>
          </a:xfrm>
          <a:prstGeom prst="rect">
            <a:avLst/>
          </a:prstGeom>
        </p:spPr>
      </p:pic>
      <p:pic>
        <p:nvPicPr>
          <p:cNvPr id="7" name="Picture 6" descr="image.jpg"/>
          <p:cNvPicPr>
            <a:picLocks noChangeAspect="1"/>
          </p:cNvPicPr>
          <p:nvPr/>
        </p:nvPicPr>
        <p:blipFill>
          <a:blip r:embed="rId7"/>
          <a:stretch>
            <a:fillRect/>
          </a:stretch>
        </p:blipFill>
        <p:spPr>
          <a:xfrm>
            <a:off x="4102100" y="5041900"/>
            <a:ext cx="1200150" cy="292100"/>
          </a:xfrm>
          <a:prstGeom prst="rect">
            <a:avLst/>
          </a:prstGeom>
        </p:spPr>
      </p:pic>
      <p:pic>
        <p:nvPicPr>
          <p:cNvPr id="8" name="Picture 7" descr="image.jpg"/>
          <p:cNvPicPr>
            <a:picLocks noChangeAspect="1"/>
          </p:cNvPicPr>
          <p:nvPr/>
        </p:nvPicPr>
        <p:blipFill>
          <a:blip r:embed="rId8"/>
          <a:stretch>
            <a:fillRect/>
          </a:stretch>
        </p:blipFill>
        <p:spPr>
          <a:xfrm>
            <a:off x="5251450" y="4978400"/>
            <a:ext cx="1187450" cy="482600"/>
          </a:xfrm>
          <a:prstGeom prst="rect">
            <a:avLst/>
          </a:prstGeom>
        </p:spPr>
      </p:pic>
      <p:pic>
        <p:nvPicPr>
          <p:cNvPr id="9" name="Picture 8" descr="image.jpg"/>
          <p:cNvPicPr>
            <a:picLocks noChangeAspect="1"/>
          </p:cNvPicPr>
          <p:nvPr/>
        </p:nvPicPr>
        <p:blipFill>
          <a:blip r:embed="rId9"/>
          <a:stretch>
            <a:fillRect/>
          </a:stretch>
        </p:blipFill>
        <p:spPr>
          <a:xfrm>
            <a:off x="5251450" y="5041900"/>
            <a:ext cx="1187450" cy="292100"/>
          </a:xfrm>
          <a:prstGeom prst="rect">
            <a:avLst/>
          </a:prstGeom>
        </p:spPr>
      </p:pic>
      <p:pic>
        <p:nvPicPr>
          <p:cNvPr id="10" name="Picture 9" descr="image.jpg"/>
          <p:cNvPicPr>
            <a:picLocks noChangeAspect="1"/>
          </p:cNvPicPr>
          <p:nvPr/>
        </p:nvPicPr>
        <p:blipFill>
          <a:blip r:embed="rId10"/>
          <a:stretch>
            <a:fillRect/>
          </a:stretch>
        </p:blipFill>
        <p:spPr>
          <a:xfrm>
            <a:off x="673100" y="5486400"/>
            <a:ext cx="5791200" cy="260350"/>
          </a:xfrm>
          <a:prstGeom prst="rect">
            <a:avLst/>
          </a:prstGeom>
        </p:spPr>
      </p:pic>
      <p:pic>
        <p:nvPicPr>
          <p:cNvPr id="11" name="Picture 10" descr="image.jpg"/>
          <p:cNvPicPr>
            <a:picLocks noChangeAspect="1"/>
          </p:cNvPicPr>
          <p:nvPr/>
        </p:nvPicPr>
        <p:blipFill>
          <a:blip r:embed="rId11"/>
          <a:stretch>
            <a:fillRect/>
          </a:stretch>
        </p:blipFill>
        <p:spPr>
          <a:xfrm>
            <a:off x="6692900" y="1327150"/>
            <a:ext cx="4838700" cy="774700"/>
          </a:xfrm>
          <a:prstGeom prst="rect">
            <a:avLst/>
          </a:prstGeom>
        </p:spPr>
      </p:pic>
      <p:pic>
        <p:nvPicPr>
          <p:cNvPr id="12" name="Picture 11" descr="image.jpg"/>
          <p:cNvPicPr>
            <a:picLocks noChangeAspect="1"/>
          </p:cNvPicPr>
          <p:nvPr/>
        </p:nvPicPr>
        <p:blipFill>
          <a:blip r:embed="rId12"/>
          <a:stretch>
            <a:fillRect/>
          </a:stretch>
        </p:blipFill>
        <p:spPr>
          <a:xfrm>
            <a:off x="6692900" y="2419350"/>
            <a:ext cx="4838700" cy="774700"/>
          </a:xfrm>
          <a:prstGeom prst="rect">
            <a:avLst/>
          </a:prstGeom>
        </p:spPr>
      </p:pic>
      <p:pic>
        <p:nvPicPr>
          <p:cNvPr id="13" name="Picture 12" descr="image.jpg"/>
          <p:cNvPicPr>
            <a:picLocks noChangeAspect="1"/>
          </p:cNvPicPr>
          <p:nvPr/>
        </p:nvPicPr>
        <p:blipFill>
          <a:blip r:embed="rId13"/>
          <a:stretch>
            <a:fillRect/>
          </a:stretch>
        </p:blipFill>
        <p:spPr>
          <a:xfrm>
            <a:off x="6692900" y="3511550"/>
            <a:ext cx="4838700" cy="774700"/>
          </a:xfrm>
          <a:prstGeom prst="rect">
            <a:avLst/>
          </a:prstGeom>
        </p:spPr>
      </p:pic>
      <p:pic>
        <p:nvPicPr>
          <p:cNvPr id="14" name="Picture 13" descr="image.jpg"/>
          <p:cNvPicPr>
            <a:picLocks noChangeAspect="1"/>
          </p:cNvPicPr>
          <p:nvPr/>
        </p:nvPicPr>
        <p:blipFill>
          <a:blip r:embed="rId14"/>
          <a:stretch>
            <a:fillRect/>
          </a:stretch>
        </p:blipFill>
        <p:spPr>
          <a:xfrm>
            <a:off x="6692900" y="4603750"/>
            <a:ext cx="4838700" cy="7747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800"/>
                                        <p:tgtEl>
                                          <p:spTgt spid="3"/>
                                        </p:tgtEl>
                                      </p:cBhvr>
                                    </p:animEffect>
                                  </p:childTnLst>
                                </p:cTn>
                              </p:par>
                              <p:par>
                                <p:cTn id="8" presetID="22" presetClass="entr" presetSubtype="8" fill="hold" nodeType="withEffect">
                                  <p:stCondLst>
                                    <p:cond delay="22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650"/>
                                        <p:tgtEl>
                                          <p:spTgt spid="4"/>
                                        </p:tgtEl>
                                      </p:cBhvr>
                                    </p:animEffect>
                                  </p:childTnLst>
                                </p:cTn>
                              </p:par>
                              <p:par>
                                <p:cTn id="11" presetID="42" presetClass="entr" presetSubtype="0" fill="hold" nodeType="withEffect">
                                  <p:stCondLst>
                                    <p:cond delay="44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decel="100000" fill="hold"/>
                                        <p:tgtEl>
                                          <p:spTgt spid="5"/>
                                        </p:tgtEl>
                                        <p:attrNameLst>
                                          <p:attrName>ppt_x</p:attrName>
                                        </p:attrNameLst>
                                      </p:cBhvr>
                                      <p:tavLst>
                                        <p:tav tm="0">
                                          <p:val>
                                            <p:strVal val="#ppt_x"/>
                                          </p:val>
                                        </p:tav>
                                        <p:tav tm="100000">
                                          <p:val>
                                            <p:strVal val="#ppt_x"/>
                                          </p:val>
                                        </p:tav>
                                      </p:tavLst>
                                    </p:anim>
                                    <p:anim calcmode="lin" valueType="num">
                                      <p:cBhvr>
                                        <p:cTn id="15" dur="500" decel="100000" fill="hold"/>
                                        <p:tgtEl>
                                          <p:spTgt spid="5"/>
                                        </p:tgtEl>
                                        <p:attrNameLst>
                                          <p:attrName>ppt_y</p:attrName>
                                        </p:attrNameLst>
                                      </p:cBhvr>
                                      <p:tavLst>
                                        <p:tav tm="0">
                                          <p:val>
                                            <p:strVal val="#ppt_y+0.04"/>
                                          </p:val>
                                        </p:tav>
                                        <p:tav tm="100000">
                                          <p:val>
                                            <p:strVal val="#ppt_y"/>
                                          </p:val>
                                        </p:tav>
                                      </p:tavLst>
                                    </p:anim>
                                  </p:childTnLst>
                                </p:cTn>
                              </p:par>
                              <p:par>
                                <p:cTn id="16" presetID="22" presetClass="entr" presetSubtype="8" fill="hold" nodeType="withEffect">
                                  <p:stCondLst>
                                    <p:cond delay="660"/>
                                  </p:stCondLst>
                                  <p:childTnLst>
                                    <p:set>
                                      <p:cBhvr>
                                        <p:cTn id="17" dur="1" fill="hold">
                                          <p:stCondLst>
                                            <p:cond delay="0"/>
                                          </p:stCondLst>
                                        </p:cTn>
                                        <p:tgtEl>
                                          <p:spTgt spid="6"/>
                                        </p:tgtEl>
                                        <p:attrNameLst>
                                          <p:attrName>style.visibility</p:attrName>
                                        </p:attrNameLst>
                                      </p:cBhvr>
                                      <p:to>
                                        <p:strVal val="visible"/>
                                      </p:to>
                                    </p:set>
                                    <p:animEffect transition="in" filter="wipe(right)">
                                      <p:cBhvr>
                                        <p:cTn id="18" dur="650"/>
                                        <p:tgtEl>
                                          <p:spTgt spid="6"/>
                                        </p:tgtEl>
                                      </p:cBhvr>
                                    </p:animEffect>
                                  </p:childTnLst>
                                </p:cTn>
                              </p:par>
                              <p:par>
                                <p:cTn id="19" presetID="42" presetClass="entr" presetSubtype="0" fill="hold" nodeType="withEffect">
                                  <p:stCondLst>
                                    <p:cond delay="88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anim calcmode="lin" valueType="num">
                                      <p:cBhvr>
                                        <p:cTn id="22" dur="500" decel="100000" fill="hold"/>
                                        <p:tgtEl>
                                          <p:spTgt spid="7"/>
                                        </p:tgtEl>
                                        <p:attrNameLst>
                                          <p:attrName>ppt_x</p:attrName>
                                        </p:attrNameLst>
                                      </p:cBhvr>
                                      <p:tavLst>
                                        <p:tav tm="0">
                                          <p:val>
                                            <p:strVal val="#ppt_x"/>
                                          </p:val>
                                        </p:tav>
                                        <p:tav tm="100000">
                                          <p:val>
                                            <p:strVal val="#ppt_x"/>
                                          </p:val>
                                        </p:tav>
                                      </p:tavLst>
                                    </p:anim>
                                    <p:anim calcmode="lin" valueType="num">
                                      <p:cBhvr>
                                        <p:cTn id="23" dur="500" decel="100000" fill="hold"/>
                                        <p:tgtEl>
                                          <p:spTgt spid="7"/>
                                        </p:tgtEl>
                                        <p:attrNameLst>
                                          <p:attrName>ppt_y</p:attrName>
                                        </p:attrNameLst>
                                      </p:cBhvr>
                                      <p:tavLst>
                                        <p:tav tm="0">
                                          <p:val>
                                            <p:strVal val="#ppt_y+0.04"/>
                                          </p:val>
                                        </p:tav>
                                        <p:tav tm="100000">
                                          <p:val>
                                            <p:strVal val="#ppt_y"/>
                                          </p:val>
                                        </p:tav>
                                      </p:tavLst>
                                    </p:anim>
                                  </p:childTnLst>
                                </p:cTn>
                              </p:par>
                              <p:par>
                                <p:cTn id="24" presetID="22" presetClass="entr" presetSubtype="8" fill="hold" nodeType="withEffect">
                                  <p:stCondLst>
                                    <p:cond delay="1100"/>
                                  </p:stCondLst>
                                  <p:childTnLst>
                                    <p:set>
                                      <p:cBhvr>
                                        <p:cTn id="25" dur="1" fill="hold">
                                          <p:stCondLst>
                                            <p:cond delay="0"/>
                                          </p:stCondLst>
                                        </p:cTn>
                                        <p:tgtEl>
                                          <p:spTgt spid="8"/>
                                        </p:tgtEl>
                                        <p:attrNameLst>
                                          <p:attrName>style.visibility</p:attrName>
                                        </p:attrNameLst>
                                      </p:cBhvr>
                                      <p:to>
                                        <p:strVal val="visible"/>
                                      </p:to>
                                    </p:set>
                                    <p:animEffect transition="in" filter="wipe(right)">
                                      <p:cBhvr>
                                        <p:cTn id="26" dur="650"/>
                                        <p:tgtEl>
                                          <p:spTgt spid="8"/>
                                        </p:tgtEl>
                                      </p:cBhvr>
                                    </p:animEffect>
                                  </p:childTnLst>
                                </p:cTn>
                              </p:par>
                              <p:par>
                                <p:cTn id="27" presetID="42" presetClass="entr" presetSubtype="0" fill="hold" nodeType="withEffect">
                                  <p:stCondLst>
                                    <p:cond delay="132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anim calcmode="lin" valueType="num">
                                      <p:cBhvr>
                                        <p:cTn id="30" dur="500" decel="100000" fill="hold"/>
                                        <p:tgtEl>
                                          <p:spTgt spid="9"/>
                                        </p:tgtEl>
                                        <p:attrNameLst>
                                          <p:attrName>ppt_x</p:attrName>
                                        </p:attrNameLst>
                                      </p:cBhvr>
                                      <p:tavLst>
                                        <p:tav tm="0">
                                          <p:val>
                                            <p:strVal val="#ppt_x"/>
                                          </p:val>
                                        </p:tav>
                                        <p:tav tm="100000">
                                          <p:val>
                                            <p:strVal val="#ppt_x"/>
                                          </p:val>
                                        </p:tav>
                                      </p:tavLst>
                                    </p:anim>
                                    <p:anim calcmode="lin" valueType="num">
                                      <p:cBhvr>
                                        <p:cTn id="31" dur="500" decel="100000" fill="hold"/>
                                        <p:tgtEl>
                                          <p:spTgt spid="9"/>
                                        </p:tgtEl>
                                        <p:attrNameLst>
                                          <p:attrName>ppt_y</p:attrName>
                                        </p:attrNameLst>
                                      </p:cBhvr>
                                      <p:tavLst>
                                        <p:tav tm="0">
                                          <p:val>
                                            <p:strVal val="#ppt_y+0.04"/>
                                          </p:val>
                                        </p:tav>
                                        <p:tav tm="100000">
                                          <p:val>
                                            <p:strVal val="#ppt_y"/>
                                          </p:val>
                                        </p:tav>
                                      </p:tavLst>
                                    </p:anim>
                                  </p:childTnLst>
                                </p:cTn>
                              </p:par>
                              <p:par>
                                <p:cTn id="32" presetID="42" presetClass="entr" presetSubtype="0" fill="hold" nodeType="withEffect">
                                  <p:stCondLst>
                                    <p:cond delay="154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anim calcmode="lin" valueType="num">
                                      <p:cBhvr>
                                        <p:cTn id="35" dur="500" decel="100000" fill="hold"/>
                                        <p:tgtEl>
                                          <p:spTgt spid="10"/>
                                        </p:tgtEl>
                                        <p:attrNameLst>
                                          <p:attrName>ppt_x</p:attrName>
                                        </p:attrNameLst>
                                      </p:cBhvr>
                                      <p:tavLst>
                                        <p:tav tm="0">
                                          <p:val>
                                            <p:strVal val="#ppt_x"/>
                                          </p:val>
                                        </p:tav>
                                        <p:tav tm="100000">
                                          <p:val>
                                            <p:strVal val="#ppt_x"/>
                                          </p:val>
                                        </p:tav>
                                      </p:tavLst>
                                    </p:anim>
                                    <p:anim calcmode="lin" valueType="num">
                                      <p:cBhvr>
                                        <p:cTn id="36" dur="500" decel="100000" fill="hold"/>
                                        <p:tgtEl>
                                          <p:spTgt spid="10"/>
                                        </p:tgtEl>
                                        <p:attrNameLst>
                                          <p:attrName>ppt_y</p:attrName>
                                        </p:attrNameLst>
                                      </p:cBhvr>
                                      <p:tavLst>
                                        <p:tav tm="0">
                                          <p:val>
                                            <p:strVal val="#ppt_y+0.04"/>
                                          </p:val>
                                        </p:tav>
                                        <p:tav tm="100000">
                                          <p:val>
                                            <p:strVal val="#ppt_y"/>
                                          </p:val>
                                        </p:tav>
                                      </p:tavLst>
                                    </p:anim>
                                  </p:childTnLst>
                                </p:cTn>
                              </p:par>
                              <p:par>
                                <p:cTn id="37" presetID="42" presetClass="entr" presetSubtype="0" fill="hold" nodeType="withEffect">
                                  <p:stCondLst>
                                    <p:cond delay="176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500"/>
                                        <p:tgtEl>
                                          <p:spTgt spid="11"/>
                                        </p:tgtEl>
                                      </p:cBhvr>
                                    </p:animEffect>
                                    <p:anim calcmode="lin" valueType="num">
                                      <p:cBhvr>
                                        <p:cTn id="40" dur="500" decel="100000" fill="hold"/>
                                        <p:tgtEl>
                                          <p:spTgt spid="11"/>
                                        </p:tgtEl>
                                        <p:attrNameLst>
                                          <p:attrName>ppt_x</p:attrName>
                                        </p:attrNameLst>
                                      </p:cBhvr>
                                      <p:tavLst>
                                        <p:tav tm="0">
                                          <p:val>
                                            <p:strVal val="#ppt_x"/>
                                          </p:val>
                                        </p:tav>
                                        <p:tav tm="100000">
                                          <p:val>
                                            <p:strVal val="#ppt_x"/>
                                          </p:val>
                                        </p:tav>
                                      </p:tavLst>
                                    </p:anim>
                                    <p:anim calcmode="lin" valueType="num">
                                      <p:cBhvr>
                                        <p:cTn id="41" dur="500" decel="100000" fill="hold"/>
                                        <p:tgtEl>
                                          <p:spTgt spid="11"/>
                                        </p:tgtEl>
                                        <p:attrNameLst>
                                          <p:attrName>ppt_y</p:attrName>
                                        </p:attrNameLst>
                                      </p:cBhvr>
                                      <p:tavLst>
                                        <p:tav tm="0">
                                          <p:val>
                                            <p:strVal val="#ppt_y+0.04"/>
                                          </p:val>
                                        </p:tav>
                                        <p:tav tm="100000">
                                          <p:val>
                                            <p:strVal val="#ppt_y"/>
                                          </p:val>
                                        </p:tav>
                                      </p:tavLst>
                                    </p:anim>
                                  </p:childTnLst>
                                </p:cTn>
                              </p:par>
                              <p:par>
                                <p:cTn id="42" presetID="42" presetClass="entr" presetSubtype="0" fill="hold" nodeType="withEffect">
                                  <p:stCondLst>
                                    <p:cond delay="198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500"/>
                                        <p:tgtEl>
                                          <p:spTgt spid="12"/>
                                        </p:tgtEl>
                                      </p:cBhvr>
                                    </p:animEffect>
                                    <p:anim calcmode="lin" valueType="num">
                                      <p:cBhvr>
                                        <p:cTn id="45" dur="500" decel="100000" fill="hold"/>
                                        <p:tgtEl>
                                          <p:spTgt spid="12"/>
                                        </p:tgtEl>
                                        <p:attrNameLst>
                                          <p:attrName>ppt_x</p:attrName>
                                        </p:attrNameLst>
                                      </p:cBhvr>
                                      <p:tavLst>
                                        <p:tav tm="0">
                                          <p:val>
                                            <p:strVal val="#ppt_x"/>
                                          </p:val>
                                        </p:tav>
                                        <p:tav tm="100000">
                                          <p:val>
                                            <p:strVal val="#ppt_x"/>
                                          </p:val>
                                        </p:tav>
                                      </p:tavLst>
                                    </p:anim>
                                    <p:anim calcmode="lin" valueType="num">
                                      <p:cBhvr>
                                        <p:cTn id="46" dur="500" decel="100000" fill="hold"/>
                                        <p:tgtEl>
                                          <p:spTgt spid="12"/>
                                        </p:tgtEl>
                                        <p:attrNameLst>
                                          <p:attrName>ppt_y</p:attrName>
                                        </p:attrNameLst>
                                      </p:cBhvr>
                                      <p:tavLst>
                                        <p:tav tm="0">
                                          <p:val>
                                            <p:strVal val="#ppt_y+0.04"/>
                                          </p:val>
                                        </p:tav>
                                        <p:tav tm="100000">
                                          <p:val>
                                            <p:strVal val="#ppt_y"/>
                                          </p:val>
                                        </p:tav>
                                      </p:tavLst>
                                    </p:anim>
                                  </p:childTnLst>
                                </p:cTn>
                              </p:par>
                              <p:par>
                                <p:cTn id="47" presetID="42" presetClass="entr" presetSubtype="0" fill="hold" nodeType="withEffect">
                                  <p:stCondLst>
                                    <p:cond delay="220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500"/>
                                        <p:tgtEl>
                                          <p:spTgt spid="13"/>
                                        </p:tgtEl>
                                      </p:cBhvr>
                                    </p:animEffect>
                                    <p:anim calcmode="lin" valueType="num">
                                      <p:cBhvr>
                                        <p:cTn id="50" dur="500" decel="100000" fill="hold"/>
                                        <p:tgtEl>
                                          <p:spTgt spid="13"/>
                                        </p:tgtEl>
                                        <p:attrNameLst>
                                          <p:attrName>ppt_x</p:attrName>
                                        </p:attrNameLst>
                                      </p:cBhvr>
                                      <p:tavLst>
                                        <p:tav tm="0">
                                          <p:val>
                                            <p:strVal val="#ppt_x"/>
                                          </p:val>
                                        </p:tav>
                                        <p:tav tm="100000">
                                          <p:val>
                                            <p:strVal val="#ppt_x"/>
                                          </p:val>
                                        </p:tav>
                                      </p:tavLst>
                                    </p:anim>
                                    <p:anim calcmode="lin" valueType="num">
                                      <p:cBhvr>
                                        <p:cTn id="51" dur="500" decel="100000" fill="hold"/>
                                        <p:tgtEl>
                                          <p:spTgt spid="13"/>
                                        </p:tgtEl>
                                        <p:attrNameLst>
                                          <p:attrName>ppt_y</p:attrName>
                                        </p:attrNameLst>
                                      </p:cBhvr>
                                      <p:tavLst>
                                        <p:tav tm="0">
                                          <p:val>
                                            <p:strVal val="#ppt_y+0.04"/>
                                          </p:val>
                                        </p:tav>
                                        <p:tav tm="100000">
                                          <p:val>
                                            <p:strVal val="#ppt_y"/>
                                          </p:val>
                                        </p:tav>
                                      </p:tavLst>
                                    </p:anim>
                                  </p:childTnLst>
                                </p:cTn>
                              </p:par>
                              <p:par>
                                <p:cTn id="52" presetID="42" presetClass="entr" presetSubtype="0" fill="hold" nodeType="withEffect">
                                  <p:stCondLst>
                                    <p:cond delay="242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500"/>
                                        <p:tgtEl>
                                          <p:spTgt spid="14"/>
                                        </p:tgtEl>
                                      </p:cBhvr>
                                    </p:animEffect>
                                    <p:anim calcmode="lin" valueType="num">
                                      <p:cBhvr>
                                        <p:cTn id="55" dur="500" decel="100000" fill="hold"/>
                                        <p:tgtEl>
                                          <p:spTgt spid="14"/>
                                        </p:tgtEl>
                                        <p:attrNameLst>
                                          <p:attrName>ppt_x</p:attrName>
                                        </p:attrNameLst>
                                      </p:cBhvr>
                                      <p:tavLst>
                                        <p:tav tm="0">
                                          <p:val>
                                            <p:strVal val="#ppt_x"/>
                                          </p:val>
                                        </p:tav>
                                        <p:tav tm="100000">
                                          <p:val>
                                            <p:strVal val="#ppt_x"/>
                                          </p:val>
                                        </p:tav>
                                      </p:tavLst>
                                    </p:anim>
                                    <p:anim calcmode="lin" valueType="num">
                                      <p:cBhvr>
                                        <p:cTn id="56" dur="500" decel="100000" fill="hold"/>
                                        <p:tgtEl>
                                          <p:spTgt spid="1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7150"/>
            <a:ext cx="5791200" cy="1917700"/>
          </a:xfrm>
          <a:prstGeom prst="rect">
            <a:avLst/>
          </a:prstGeom>
        </p:spPr>
      </p:pic>
      <p:pic>
        <p:nvPicPr>
          <p:cNvPr id="4" name="Picture 3" descr="image.jpg"/>
          <p:cNvPicPr>
            <a:picLocks noChangeAspect="1"/>
          </p:cNvPicPr>
          <p:nvPr/>
        </p:nvPicPr>
        <p:blipFill>
          <a:blip r:embed="rId4"/>
          <a:stretch>
            <a:fillRect/>
          </a:stretch>
        </p:blipFill>
        <p:spPr>
          <a:xfrm>
            <a:off x="673100" y="3213100"/>
            <a:ext cx="1981200" cy="292100"/>
          </a:xfrm>
          <a:prstGeom prst="rect">
            <a:avLst/>
          </a:prstGeom>
        </p:spPr>
      </p:pic>
      <p:pic>
        <p:nvPicPr>
          <p:cNvPr id="5" name="Picture 4" descr="image.jpg"/>
          <p:cNvPicPr>
            <a:picLocks noChangeAspect="1"/>
          </p:cNvPicPr>
          <p:nvPr/>
        </p:nvPicPr>
        <p:blipFill>
          <a:blip r:embed="rId5"/>
          <a:stretch>
            <a:fillRect/>
          </a:stretch>
        </p:blipFill>
        <p:spPr>
          <a:xfrm>
            <a:off x="2578100" y="3213100"/>
            <a:ext cx="1981200" cy="292100"/>
          </a:xfrm>
          <a:prstGeom prst="rect">
            <a:avLst/>
          </a:prstGeom>
        </p:spPr>
      </p:pic>
      <p:pic>
        <p:nvPicPr>
          <p:cNvPr id="6" name="Picture 5" descr="image.jpg"/>
          <p:cNvPicPr>
            <a:picLocks noChangeAspect="1"/>
          </p:cNvPicPr>
          <p:nvPr/>
        </p:nvPicPr>
        <p:blipFill>
          <a:blip r:embed="rId6"/>
          <a:stretch>
            <a:fillRect/>
          </a:stretch>
        </p:blipFill>
        <p:spPr>
          <a:xfrm>
            <a:off x="4483100" y="3213100"/>
            <a:ext cx="1981200" cy="292100"/>
          </a:xfrm>
          <a:prstGeom prst="rect">
            <a:avLst/>
          </a:prstGeom>
        </p:spPr>
      </p:pic>
      <p:pic>
        <p:nvPicPr>
          <p:cNvPr id="7" name="Picture 6" descr="image.jpg"/>
          <p:cNvPicPr>
            <a:picLocks noChangeAspect="1"/>
          </p:cNvPicPr>
          <p:nvPr/>
        </p:nvPicPr>
        <p:blipFill>
          <a:blip r:embed="rId7"/>
          <a:stretch>
            <a:fillRect/>
          </a:stretch>
        </p:blipFill>
        <p:spPr>
          <a:xfrm>
            <a:off x="673100" y="3708400"/>
            <a:ext cx="2794000" cy="1111250"/>
          </a:xfrm>
          <a:prstGeom prst="rect">
            <a:avLst/>
          </a:prstGeom>
        </p:spPr>
      </p:pic>
      <p:pic>
        <p:nvPicPr>
          <p:cNvPr id="8" name="Picture 7" descr="image.jpg"/>
          <p:cNvPicPr>
            <a:picLocks noChangeAspect="1"/>
          </p:cNvPicPr>
          <p:nvPr/>
        </p:nvPicPr>
        <p:blipFill>
          <a:blip r:embed="rId8"/>
          <a:stretch>
            <a:fillRect/>
          </a:stretch>
        </p:blipFill>
        <p:spPr>
          <a:xfrm>
            <a:off x="3543300" y="3708400"/>
            <a:ext cx="2794000" cy="1111250"/>
          </a:xfrm>
          <a:prstGeom prst="rect">
            <a:avLst/>
          </a:prstGeom>
        </p:spPr>
      </p:pic>
      <p:pic>
        <p:nvPicPr>
          <p:cNvPr id="9" name="Picture 8" descr="image.jpg"/>
          <p:cNvPicPr>
            <a:picLocks noChangeAspect="1"/>
          </p:cNvPicPr>
          <p:nvPr/>
        </p:nvPicPr>
        <p:blipFill>
          <a:blip r:embed="rId9"/>
          <a:stretch>
            <a:fillRect/>
          </a:stretch>
        </p:blipFill>
        <p:spPr>
          <a:xfrm>
            <a:off x="673100" y="4851400"/>
            <a:ext cx="5664200" cy="749300"/>
          </a:xfrm>
          <a:prstGeom prst="rect">
            <a:avLst/>
          </a:prstGeom>
        </p:spPr>
      </p:pic>
      <p:pic>
        <p:nvPicPr>
          <p:cNvPr id="10" name="Picture 9" descr="image.jpg"/>
          <p:cNvPicPr>
            <a:picLocks noChangeAspect="1"/>
          </p:cNvPicPr>
          <p:nvPr/>
        </p:nvPicPr>
        <p:blipFill>
          <a:blip r:embed="rId10"/>
          <a:stretch>
            <a:fillRect/>
          </a:stretch>
        </p:blipFill>
        <p:spPr>
          <a:xfrm>
            <a:off x="7264400" y="1371600"/>
            <a:ext cx="215900" cy="215900"/>
          </a:xfrm>
          <a:prstGeom prst="rect">
            <a:avLst/>
          </a:prstGeom>
        </p:spPr>
      </p:pic>
      <p:pic>
        <p:nvPicPr>
          <p:cNvPr id="11" name="Picture 10" descr="image.jpg"/>
          <p:cNvPicPr>
            <a:picLocks noChangeAspect="1"/>
          </p:cNvPicPr>
          <p:nvPr/>
        </p:nvPicPr>
        <p:blipFill>
          <a:blip r:embed="rId11"/>
          <a:stretch>
            <a:fillRect/>
          </a:stretch>
        </p:blipFill>
        <p:spPr>
          <a:xfrm>
            <a:off x="7467600" y="1320800"/>
            <a:ext cx="2616200" cy="279400"/>
          </a:xfrm>
          <a:prstGeom prst="rect">
            <a:avLst/>
          </a:prstGeom>
        </p:spPr>
      </p:pic>
      <p:pic>
        <p:nvPicPr>
          <p:cNvPr id="12" name="Picture 11" descr="image.jpg"/>
          <p:cNvPicPr>
            <a:picLocks noChangeAspect="1"/>
          </p:cNvPicPr>
          <p:nvPr/>
        </p:nvPicPr>
        <p:blipFill>
          <a:blip r:embed="rId12"/>
          <a:stretch>
            <a:fillRect/>
          </a:stretch>
        </p:blipFill>
        <p:spPr>
          <a:xfrm>
            <a:off x="9093200" y="1371600"/>
            <a:ext cx="215900" cy="215900"/>
          </a:xfrm>
          <a:prstGeom prst="rect">
            <a:avLst/>
          </a:prstGeom>
        </p:spPr>
      </p:pic>
      <p:pic>
        <p:nvPicPr>
          <p:cNvPr id="13" name="Picture 12" descr="image.jpg"/>
          <p:cNvPicPr>
            <a:picLocks noChangeAspect="1"/>
          </p:cNvPicPr>
          <p:nvPr/>
        </p:nvPicPr>
        <p:blipFill>
          <a:blip r:embed="rId13"/>
          <a:stretch>
            <a:fillRect/>
          </a:stretch>
        </p:blipFill>
        <p:spPr>
          <a:xfrm>
            <a:off x="9296400" y="1320800"/>
            <a:ext cx="2616200" cy="279400"/>
          </a:xfrm>
          <a:prstGeom prst="rect">
            <a:avLst/>
          </a:prstGeom>
        </p:spPr>
      </p:pic>
      <p:pic>
        <p:nvPicPr>
          <p:cNvPr id="14" name="Picture 13" descr="image.jpg"/>
          <p:cNvPicPr>
            <a:picLocks noChangeAspect="1"/>
          </p:cNvPicPr>
          <p:nvPr/>
        </p:nvPicPr>
        <p:blipFill>
          <a:blip r:embed="rId14"/>
          <a:stretch>
            <a:fillRect/>
          </a:stretch>
        </p:blipFill>
        <p:spPr>
          <a:xfrm>
            <a:off x="6692900" y="4813300"/>
            <a:ext cx="584200" cy="279400"/>
          </a:xfrm>
          <a:prstGeom prst="rect">
            <a:avLst/>
          </a:prstGeom>
        </p:spPr>
      </p:pic>
      <p:pic>
        <p:nvPicPr>
          <p:cNvPr id="15" name="Picture 14" descr="image.jpg"/>
          <p:cNvPicPr>
            <a:picLocks noChangeAspect="1"/>
          </p:cNvPicPr>
          <p:nvPr/>
        </p:nvPicPr>
        <p:blipFill>
          <a:blip r:embed="rId15"/>
          <a:stretch>
            <a:fillRect/>
          </a:stretch>
        </p:blipFill>
        <p:spPr>
          <a:xfrm>
            <a:off x="6692900" y="3797300"/>
            <a:ext cx="584200" cy="279400"/>
          </a:xfrm>
          <a:prstGeom prst="rect">
            <a:avLst/>
          </a:prstGeom>
        </p:spPr>
      </p:pic>
      <p:pic>
        <p:nvPicPr>
          <p:cNvPr id="16" name="Picture 15" descr="image.jpg"/>
          <p:cNvPicPr>
            <a:picLocks noChangeAspect="1"/>
          </p:cNvPicPr>
          <p:nvPr/>
        </p:nvPicPr>
        <p:blipFill>
          <a:blip r:embed="rId16"/>
          <a:stretch>
            <a:fillRect/>
          </a:stretch>
        </p:blipFill>
        <p:spPr>
          <a:xfrm>
            <a:off x="6692900" y="2781300"/>
            <a:ext cx="584200" cy="279400"/>
          </a:xfrm>
          <a:prstGeom prst="rect">
            <a:avLst/>
          </a:prstGeom>
        </p:spPr>
      </p:pic>
      <p:pic>
        <p:nvPicPr>
          <p:cNvPr id="17" name="Picture 16" descr="image.jpg"/>
          <p:cNvPicPr>
            <a:picLocks noChangeAspect="1"/>
          </p:cNvPicPr>
          <p:nvPr/>
        </p:nvPicPr>
        <p:blipFill>
          <a:blip r:embed="rId17"/>
          <a:stretch>
            <a:fillRect/>
          </a:stretch>
        </p:blipFill>
        <p:spPr>
          <a:xfrm>
            <a:off x="6692900" y="1765300"/>
            <a:ext cx="584200" cy="279400"/>
          </a:xfrm>
          <a:prstGeom prst="rect">
            <a:avLst/>
          </a:prstGeom>
        </p:spPr>
      </p:pic>
      <p:pic>
        <p:nvPicPr>
          <p:cNvPr id="18" name="Picture 17" descr="image.jpg"/>
          <p:cNvPicPr>
            <a:picLocks noChangeAspect="1"/>
          </p:cNvPicPr>
          <p:nvPr/>
        </p:nvPicPr>
        <p:blipFill>
          <a:blip r:embed="rId18"/>
          <a:stretch>
            <a:fillRect/>
          </a:stretch>
        </p:blipFill>
        <p:spPr>
          <a:xfrm>
            <a:off x="7264400" y="4914900"/>
            <a:ext cx="4140200" cy="95250"/>
          </a:xfrm>
          <a:prstGeom prst="rect">
            <a:avLst/>
          </a:prstGeom>
        </p:spPr>
      </p:pic>
      <p:pic>
        <p:nvPicPr>
          <p:cNvPr id="19" name="Picture 18" descr="image.jpg"/>
          <p:cNvPicPr>
            <a:picLocks noChangeAspect="1"/>
          </p:cNvPicPr>
          <p:nvPr/>
        </p:nvPicPr>
        <p:blipFill>
          <a:blip r:embed="rId19"/>
          <a:stretch>
            <a:fillRect/>
          </a:stretch>
        </p:blipFill>
        <p:spPr>
          <a:xfrm>
            <a:off x="7556500" y="2901950"/>
            <a:ext cx="774700" cy="2089150"/>
          </a:xfrm>
          <a:prstGeom prst="rect">
            <a:avLst/>
          </a:prstGeom>
        </p:spPr>
      </p:pic>
      <p:pic>
        <p:nvPicPr>
          <p:cNvPr id="20" name="Picture 19" descr="image.jpg"/>
          <p:cNvPicPr>
            <a:picLocks noChangeAspect="1"/>
          </p:cNvPicPr>
          <p:nvPr/>
        </p:nvPicPr>
        <p:blipFill>
          <a:blip r:embed="rId20"/>
          <a:stretch>
            <a:fillRect/>
          </a:stretch>
        </p:blipFill>
        <p:spPr>
          <a:xfrm>
            <a:off x="7429500" y="2686050"/>
            <a:ext cx="1028700" cy="279400"/>
          </a:xfrm>
          <a:prstGeom prst="rect">
            <a:avLst/>
          </a:prstGeom>
        </p:spPr>
      </p:pic>
      <p:pic>
        <p:nvPicPr>
          <p:cNvPr id="21" name="Picture 20" descr="image.jpg"/>
          <p:cNvPicPr>
            <a:picLocks noChangeAspect="1"/>
          </p:cNvPicPr>
          <p:nvPr/>
        </p:nvPicPr>
        <p:blipFill>
          <a:blip r:embed="rId21"/>
          <a:stretch>
            <a:fillRect/>
          </a:stretch>
        </p:blipFill>
        <p:spPr>
          <a:xfrm>
            <a:off x="8305800" y="2336800"/>
            <a:ext cx="774700" cy="2654300"/>
          </a:xfrm>
          <a:prstGeom prst="rect">
            <a:avLst/>
          </a:prstGeom>
        </p:spPr>
      </p:pic>
      <p:pic>
        <p:nvPicPr>
          <p:cNvPr id="22" name="Picture 21" descr="image.jpg"/>
          <p:cNvPicPr>
            <a:picLocks noChangeAspect="1"/>
          </p:cNvPicPr>
          <p:nvPr/>
        </p:nvPicPr>
        <p:blipFill>
          <a:blip r:embed="rId22"/>
          <a:stretch>
            <a:fillRect/>
          </a:stretch>
        </p:blipFill>
        <p:spPr>
          <a:xfrm>
            <a:off x="8178800" y="2120900"/>
            <a:ext cx="1028700" cy="279400"/>
          </a:xfrm>
          <a:prstGeom prst="rect">
            <a:avLst/>
          </a:prstGeom>
        </p:spPr>
      </p:pic>
      <p:pic>
        <p:nvPicPr>
          <p:cNvPr id="23" name="Picture 22" descr="image.jpg"/>
          <p:cNvPicPr>
            <a:picLocks noChangeAspect="1"/>
          </p:cNvPicPr>
          <p:nvPr/>
        </p:nvPicPr>
        <p:blipFill>
          <a:blip r:embed="rId23"/>
          <a:stretch>
            <a:fillRect/>
          </a:stretch>
        </p:blipFill>
        <p:spPr>
          <a:xfrm>
            <a:off x="7264400" y="4978400"/>
            <a:ext cx="2108200" cy="254000"/>
          </a:xfrm>
          <a:prstGeom prst="rect">
            <a:avLst/>
          </a:prstGeom>
        </p:spPr>
      </p:pic>
      <p:pic>
        <p:nvPicPr>
          <p:cNvPr id="24" name="Picture 23" descr="image.jpg"/>
          <p:cNvPicPr>
            <a:picLocks noChangeAspect="1"/>
          </p:cNvPicPr>
          <p:nvPr/>
        </p:nvPicPr>
        <p:blipFill>
          <a:blip r:embed="rId24"/>
          <a:stretch>
            <a:fillRect/>
          </a:stretch>
        </p:blipFill>
        <p:spPr>
          <a:xfrm>
            <a:off x="9588500" y="3194050"/>
            <a:ext cx="774700" cy="1797050"/>
          </a:xfrm>
          <a:prstGeom prst="rect">
            <a:avLst/>
          </a:prstGeom>
        </p:spPr>
      </p:pic>
      <p:pic>
        <p:nvPicPr>
          <p:cNvPr id="25" name="Picture 24" descr="image.jpg"/>
          <p:cNvPicPr>
            <a:picLocks noChangeAspect="1"/>
          </p:cNvPicPr>
          <p:nvPr/>
        </p:nvPicPr>
        <p:blipFill>
          <a:blip r:embed="rId25"/>
          <a:stretch>
            <a:fillRect/>
          </a:stretch>
        </p:blipFill>
        <p:spPr>
          <a:xfrm>
            <a:off x="9461500" y="2978150"/>
            <a:ext cx="1028700" cy="279400"/>
          </a:xfrm>
          <a:prstGeom prst="rect">
            <a:avLst/>
          </a:prstGeom>
        </p:spPr>
      </p:pic>
      <p:pic>
        <p:nvPicPr>
          <p:cNvPr id="26" name="Picture 25" descr="image.jpg"/>
          <p:cNvPicPr>
            <a:picLocks noChangeAspect="1"/>
          </p:cNvPicPr>
          <p:nvPr/>
        </p:nvPicPr>
        <p:blipFill>
          <a:blip r:embed="rId26"/>
          <a:stretch>
            <a:fillRect/>
          </a:stretch>
        </p:blipFill>
        <p:spPr>
          <a:xfrm>
            <a:off x="10337800" y="2590800"/>
            <a:ext cx="774700" cy="2400300"/>
          </a:xfrm>
          <a:prstGeom prst="rect">
            <a:avLst/>
          </a:prstGeom>
        </p:spPr>
      </p:pic>
      <p:pic>
        <p:nvPicPr>
          <p:cNvPr id="27" name="Picture 26" descr="image.jpg"/>
          <p:cNvPicPr>
            <a:picLocks noChangeAspect="1"/>
          </p:cNvPicPr>
          <p:nvPr/>
        </p:nvPicPr>
        <p:blipFill>
          <a:blip r:embed="rId27"/>
          <a:stretch>
            <a:fillRect/>
          </a:stretch>
        </p:blipFill>
        <p:spPr>
          <a:xfrm>
            <a:off x="10210800" y="2374900"/>
            <a:ext cx="1028700" cy="279400"/>
          </a:xfrm>
          <a:prstGeom prst="rect">
            <a:avLst/>
          </a:prstGeom>
        </p:spPr>
      </p:pic>
      <p:pic>
        <p:nvPicPr>
          <p:cNvPr id="28" name="Picture 27" descr="image.jpg"/>
          <p:cNvPicPr>
            <a:picLocks noChangeAspect="1"/>
          </p:cNvPicPr>
          <p:nvPr/>
        </p:nvPicPr>
        <p:blipFill>
          <a:blip r:embed="rId28"/>
          <a:stretch>
            <a:fillRect/>
          </a:stretch>
        </p:blipFill>
        <p:spPr>
          <a:xfrm>
            <a:off x="9296400" y="4978400"/>
            <a:ext cx="2108200" cy="254000"/>
          </a:xfrm>
          <a:prstGeom prst="rect">
            <a:avLst/>
          </a:prstGeom>
        </p:spPr>
      </p:pic>
      <p:pic>
        <p:nvPicPr>
          <p:cNvPr id="29" name="Picture 28" descr="image.jpg"/>
          <p:cNvPicPr>
            <a:picLocks noChangeAspect="1"/>
          </p:cNvPicPr>
          <p:nvPr/>
        </p:nvPicPr>
        <p:blipFill>
          <a:blip r:embed="rId29"/>
          <a:stretch>
            <a:fillRect/>
          </a:stretch>
        </p:blipFill>
        <p:spPr>
          <a:xfrm>
            <a:off x="6692900" y="5549900"/>
            <a:ext cx="4838700" cy="26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800"/>
                                        <p:tgtEl>
                                          <p:spTgt spid="3"/>
                                        </p:tgtEl>
                                      </p:cBhvr>
                                    </p:animEffect>
                                  </p:childTnLst>
                                </p:cTn>
                              </p:par>
                              <p:par>
                                <p:cTn id="8" presetID="42" presetClass="entr" presetSubtype="0" fill="hold" nodeType="withEffect">
                                  <p:stCondLst>
                                    <p:cond delay="123"/>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anim calcmode="lin" valueType="num">
                                      <p:cBhvr>
                                        <p:cTn id="11" dur="500" decel="100000" fill="hold"/>
                                        <p:tgtEl>
                                          <p:spTgt spid="4"/>
                                        </p:tgtEl>
                                        <p:attrNameLst>
                                          <p:attrName>ppt_x</p:attrName>
                                        </p:attrNameLst>
                                      </p:cBhvr>
                                      <p:tavLst>
                                        <p:tav tm="0">
                                          <p:val>
                                            <p:strVal val="#ppt_x"/>
                                          </p:val>
                                        </p:tav>
                                        <p:tav tm="100000">
                                          <p:val>
                                            <p:strVal val="#ppt_x"/>
                                          </p:val>
                                        </p:tav>
                                      </p:tavLst>
                                    </p:anim>
                                    <p:anim calcmode="lin" valueType="num">
                                      <p:cBhvr>
                                        <p:cTn id="12" dur="500" decel="100000" fill="hold"/>
                                        <p:tgtEl>
                                          <p:spTgt spid="4"/>
                                        </p:tgtEl>
                                        <p:attrNameLst>
                                          <p:attrName>ppt_y</p:attrName>
                                        </p:attrNameLst>
                                      </p:cBhvr>
                                      <p:tavLst>
                                        <p:tav tm="0">
                                          <p:val>
                                            <p:strVal val="#ppt_y+0.04"/>
                                          </p:val>
                                        </p:tav>
                                        <p:tav tm="100000">
                                          <p:val>
                                            <p:strVal val="#ppt_y"/>
                                          </p:val>
                                        </p:tav>
                                      </p:tavLst>
                                    </p:anim>
                                  </p:childTnLst>
                                </p:cTn>
                              </p:par>
                              <p:par>
                                <p:cTn id="13" presetID="42" presetClass="entr" presetSubtype="0" fill="hold" nodeType="withEffect">
                                  <p:stCondLst>
                                    <p:cond delay="246"/>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369"/>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492"/>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42" presetClass="entr" presetSubtype="0" fill="hold" nodeType="withEffect">
                                  <p:stCondLst>
                                    <p:cond delay="615"/>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decel="100000" fill="hold"/>
                                        <p:tgtEl>
                                          <p:spTgt spid="8"/>
                                        </p:tgtEl>
                                        <p:attrNameLst>
                                          <p:attrName>ppt_x</p:attrName>
                                        </p:attrNameLst>
                                      </p:cBhvr>
                                      <p:tavLst>
                                        <p:tav tm="0">
                                          <p:val>
                                            <p:strVal val="#ppt_x"/>
                                          </p:val>
                                        </p:tav>
                                        <p:tav tm="100000">
                                          <p:val>
                                            <p:strVal val="#ppt_x"/>
                                          </p:val>
                                        </p:tav>
                                      </p:tavLst>
                                    </p:anim>
                                    <p:anim calcmode="lin" valueType="num">
                                      <p:cBhvr>
                                        <p:cTn id="32" dur="500" decel="100000" fill="hold"/>
                                        <p:tgtEl>
                                          <p:spTgt spid="8"/>
                                        </p:tgtEl>
                                        <p:attrNameLst>
                                          <p:attrName>ppt_y</p:attrName>
                                        </p:attrNameLst>
                                      </p:cBhvr>
                                      <p:tavLst>
                                        <p:tav tm="0">
                                          <p:val>
                                            <p:strVal val="#ppt_y+0.04"/>
                                          </p:val>
                                        </p:tav>
                                        <p:tav tm="100000">
                                          <p:val>
                                            <p:strVal val="#ppt_y"/>
                                          </p:val>
                                        </p:tav>
                                      </p:tavLst>
                                    </p:anim>
                                  </p:childTnLst>
                                </p:cTn>
                              </p:par>
                              <p:par>
                                <p:cTn id="33" presetID="42" presetClass="entr" presetSubtype="0" fill="hold" nodeType="withEffect">
                                  <p:stCondLst>
                                    <p:cond delay="738"/>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decel="100000" fill="hold"/>
                                        <p:tgtEl>
                                          <p:spTgt spid="9"/>
                                        </p:tgtEl>
                                        <p:attrNameLst>
                                          <p:attrName>ppt_x</p:attrName>
                                        </p:attrNameLst>
                                      </p:cBhvr>
                                      <p:tavLst>
                                        <p:tav tm="0">
                                          <p:val>
                                            <p:strVal val="#ppt_x"/>
                                          </p:val>
                                        </p:tav>
                                        <p:tav tm="100000">
                                          <p:val>
                                            <p:strVal val="#ppt_x"/>
                                          </p:val>
                                        </p:tav>
                                      </p:tavLst>
                                    </p:anim>
                                    <p:anim calcmode="lin" valueType="num">
                                      <p:cBhvr>
                                        <p:cTn id="37" dur="500" decel="100000" fill="hold"/>
                                        <p:tgtEl>
                                          <p:spTgt spid="9"/>
                                        </p:tgtEl>
                                        <p:attrNameLst>
                                          <p:attrName>ppt_y</p:attrName>
                                        </p:attrNameLst>
                                      </p:cBhvr>
                                      <p:tavLst>
                                        <p:tav tm="0">
                                          <p:val>
                                            <p:strVal val="#ppt_y+0.04"/>
                                          </p:val>
                                        </p:tav>
                                        <p:tav tm="100000">
                                          <p:val>
                                            <p:strVal val="#ppt_y"/>
                                          </p:val>
                                        </p:tav>
                                      </p:tavLst>
                                    </p:anim>
                                  </p:childTnLst>
                                </p:cTn>
                              </p:par>
                              <p:par>
                                <p:cTn id="38" presetID="10" presetClass="entr" presetSubtype="0" fill="hold" nodeType="withEffect">
                                  <p:stCondLst>
                                    <p:cond delay="861"/>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450"/>
                                        <p:tgtEl>
                                          <p:spTgt spid="10"/>
                                        </p:tgtEl>
                                      </p:cBhvr>
                                    </p:animEffect>
                                  </p:childTnLst>
                                </p:cTn>
                              </p:par>
                              <p:par>
                                <p:cTn id="41" presetID="42" presetClass="entr" presetSubtype="0" fill="hold" nodeType="withEffect">
                                  <p:stCondLst>
                                    <p:cond delay="984"/>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500"/>
                                        <p:tgtEl>
                                          <p:spTgt spid="11"/>
                                        </p:tgtEl>
                                      </p:cBhvr>
                                    </p:animEffect>
                                    <p:anim calcmode="lin" valueType="num">
                                      <p:cBhvr>
                                        <p:cTn id="44" dur="500" decel="100000" fill="hold"/>
                                        <p:tgtEl>
                                          <p:spTgt spid="11"/>
                                        </p:tgtEl>
                                        <p:attrNameLst>
                                          <p:attrName>ppt_x</p:attrName>
                                        </p:attrNameLst>
                                      </p:cBhvr>
                                      <p:tavLst>
                                        <p:tav tm="0">
                                          <p:val>
                                            <p:strVal val="#ppt_x"/>
                                          </p:val>
                                        </p:tav>
                                        <p:tav tm="100000">
                                          <p:val>
                                            <p:strVal val="#ppt_x"/>
                                          </p:val>
                                        </p:tav>
                                      </p:tavLst>
                                    </p:anim>
                                    <p:anim calcmode="lin" valueType="num">
                                      <p:cBhvr>
                                        <p:cTn id="45" dur="500" decel="100000" fill="hold"/>
                                        <p:tgtEl>
                                          <p:spTgt spid="11"/>
                                        </p:tgtEl>
                                        <p:attrNameLst>
                                          <p:attrName>ppt_y</p:attrName>
                                        </p:attrNameLst>
                                      </p:cBhvr>
                                      <p:tavLst>
                                        <p:tav tm="0">
                                          <p:val>
                                            <p:strVal val="#ppt_y+0.04"/>
                                          </p:val>
                                        </p:tav>
                                        <p:tav tm="100000">
                                          <p:val>
                                            <p:strVal val="#ppt_y"/>
                                          </p:val>
                                        </p:tav>
                                      </p:tavLst>
                                    </p:anim>
                                  </p:childTnLst>
                                </p:cTn>
                              </p:par>
                              <p:par>
                                <p:cTn id="46" presetID="10" presetClass="entr" presetSubtype="0" fill="hold" nodeType="withEffect">
                                  <p:stCondLst>
                                    <p:cond delay="1107"/>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450"/>
                                        <p:tgtEl>
                                          <p:spTgt spid="12"/>
                                        </p:tgtEl>
                                      </p:cBhvr>
                                    </p:animEffect>
                                  </p:childTnLst>
                                </p:cTn>
                              </p:par>
                              <p:par>
                                <p:cTn id="49" presetID="42" presetClass="entr" presetSubtype="0" fill="hold" nodeType="withEffect">
                                  <p:stCondLst>
                                    <p:cond delay="123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anim calcmode="lin" valueType="num">
                                      <p:cBhvr>
                                        <p:cTn id="52" dur="500" decel="100000" fill="hold"/>
                                        <p:tgtEl>
                                          <p:spTgt spid="13"/>
                                        </p:tgtEl>
                                        <p:attrNameLst>
                                          <p:attrName>ppt_x</p:attrName>
                                        </p:attrNameLst>
                                      </p:cBhvr>
                                      <p:tavLst>
                                        <p:tav tm="0">
                                          <p:val>
                                            <p:strVal val="#ppt_x"/>
                                          </p:val>
                                        </p:tav>
                                        <p:tav tm="100000">
                                          <p:val>
                                            <p:strVal val="#ppt_x"/>
                                          </p:val>
                                        </p:tav>
                                      </p:tavLst>
                                    </p:anim>
                                    <p:anim calcmode="lin" valueType="num">
                                      <p:cBhvr>
                                        <p:cTn id="53" dur="500" decel="100000" fill="hold"/>
                                        <p:tgtEl>
                                          <p:spTgt spid="13"/>
                                        </p:tgtEl>
                                        <p:attrNameLst>
                                          <p:attrName>ppt_y</p:attrName>
                                        </p:attrNameLst>
                                      </p:cBhvr>
                                      <p:tavLst>
                                        <p:tav tm="0">
                                          <p:val>
                                            <p:strVal val="#ppt_y+0.04"/>
                                          </p:val>
                                        </p:tav>
                                        <p:tav tm="100000">
                                          <p:val>
                                            <p:strVal val="#ppt_y"/>
                                          </p:val>
                                        </p:tav>
                                      </p:tavLst>
                                    </p:anim>
                                  </p:childTnLst>
                                </p:cTn>
                              </p:par>
                              <p:par>
                                <p:cTn id="54" presetID="42" presetClass="entr" presetSubtype="0" fill="hold" nodeType="withEffect">
                                  <p:stCondLst>
                                    <p:cond delay="1353"/>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p:tgtEl>
                                          <p:spTgt spid="14"/>
                                        </p:tgtEl>
                                      </p:cBhvr>
                                    </p:animEffect>
                                    <p:anim calcmode="lin" valueType="num">
                                      <p:cBhvr>
                                        <p:cTn id="57" dur="500" decel="100000" fill="hold"/>
                                        <p:tgtEl>
                                          <p:spTgt spid="14"/>
                                        </p:tgtEl>
                                        <p:attrNameLst>
                                          <p:attrName>ppt_x</p:attrName>
                                        </p:attrNameLst>
                                      </p:cBhvr>
                                      <p:tavLst>
                                        <p:tav tm="0">
                                          <p:val>
                                            <p:strVal val="#ppt_x"/>
                                          </p:val>
                                        </p:tav>
                                        <p:tav tm="100000">
                                          <p:val>
                                            <p:strVal val="#ppt_x"/>
                                          </p:val>
                                        </p:tav>
                                      </p:tavLst>
                                    </p:anim>
                                    <p:anim calcmode="lin" valueType="num">
                                      <p:cBhvr>
                                        <p:cTn id="58" dur="500" decel="100000" fill="hold"/>
                                        <p:tgtEl>
                                          <p:spTgt spid="14"/>
                                        </p:tgtEl>
                                        <p:attrNameLst>
                                          <p:attrName>ppt_y</p:attrName>
                                        </p:attrNameLst>
                                      </p:cBhvr>
                                      <p:tavLst>
                                        <p:tav tm="0">
                                          <p:val>
                                            <p:strVal val="#ppt_y+0.04"/>
                                          </p:val>
                                        </p:tav>
                                        <p:tav tm="100000">
                                          <p:val>
                                            <p:strVal val="#ppt_y"/>
                                          </p:val>
                                        </p:tav>
                                      </p:tavLst>
                                    </p:anim>
                                  </p:childTnLst>
                                </p:cTn>
                              </p:par>
                              <p:par>
                                <p:cTn id="59" presetID="42" presetClass="entr" presetSubtype="0" fill="hold" nodeType="withEffect">
                                  <p:stCondLst>
                                    <p:cond delay="1476"/>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500"/>
                                        <p:tgtEl>
                                          <p:spTgt spid="15"/>
                                        </p:tgtEl>
                                      </p:cBhvr>
                                    </p:animEffect>
                                    <p:anim calcmode="lin" valueType="num">
                                      <p:cBhvr>
                                        <p:cTn id="62" dur="500" decel="100000" fill="hold"/>
                                        <p:tgtEl>
                                          <p:spTgt spid="15"/>
                                        </p:tgtEl>
                                        <p:attrNameLst>
                                          <p:attrName>ppt_x</p:attrName>
                                        </p:attrNameLst>
                                      </p:cBhvr>
                                      <p:tavLst>
                                        <p:tav tm="0">
                                          <p:val>
                                            <p:strVal val="#ppt_x"/>
                                          </p:val>
                                        </p:tav>
                                        <p:tav tm="100000">
                                          <p:val>
                                            <p:strVal val="#ppt_x"/>
                                          </p:val>
                                        </p:tav>
                                      </p:tavLst>
                                    </p:anim>
                                    <p:anim calcmode="lin" valueType="num">
                                      <p:cBhvr>
                                        <p:cTn id="63" dur="500" decel="100000" fill="hold"/>
                                        <p:tgtEl>
                                          <p:spTgt spid="15"/>
                                        </p:tgtEl>
                                        <p:attrNameLst>
                                          <p:attrName>ppt_y</p:attrName>
                                        </p:attrNameLst>
                                      </p:cBhvr>
                                      <p:tavLst>
                                        <p:tav tm="0">
                                          <p:val>
                                            <p:strVal val="#ppt_y+0.04"/>
                                          </p:val>
                                        </p:tav>
                                        <p:tav tm="100000">
                                          <p:val>
                                            <p:strVal val="#ppt_y"/>
                                          </p:val>
                                        </p:tav>
                                      </p:tavLst>
                                    </p:anim>
                                  </p:childTnLst>
                                </p:cTn>
                              </p:par>
                              <p:par>
                                <p:cTn id="64" presetID="42" presetClass="entr" presetSubtype="0" fill="hold" nodeType="withEffect">
                                  <p:stCondLst>
                                    <p:cond delay="1599"/>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00"/>
                                        <p:tgtEl>
                                          <p:spTgt spid="16"/>
                                        </p:tgtEl>
                                      </p:cBhvr>
                                    </p:animEffect>
                                    <p:anim calcmode="lin" valueType="num">
                                      <p:cBhvr>
                                        <p:cTn id="67" dur="500" decel="100000" fill="hold"/>
                                        <p:tgtEl>
                                          <p:spTgt spid="16"/>
                                        </p:tgtEl>
                                        <p:attrNameLst>
                                          <p:attrName>ppt_x</p:attrName>
                                        </p:attrNameLst>
                                      </p:cBhvr>
                                      <p:tavLst>
                                        <p:tav tm="0">
                                          <p:val>
                                            <p:strVal val="#ppt_x"/>
                                          </p:val>
                                        </p:tav>
                                        <p:tav tm="100000">
                                          <p:val>
                                            <p:strVal val="#ppt_x"/>
                                          </p:val>
                                        </p:tav>
                                      </p:tavLst>
                                    </p:anim>
                                    <p:anim calcmode="lin" valueType="num">
                                      <p:cBhvr>
                                        <p:cTn id="68" dur="500" decel="100000" fill="hold"/>
                                        <p:tgtEl>
                                          <p:spTgt spid="16"/>
                                        </p:tgtEl>
                                        <p:attrNameLst>
                                          <p:attrName>ppt_y</p:attrName>
                                        </p:attrNameLst>
                                      </p:cBhvr>
                                      <p:tavLst>
                                        <p:tav tm="0">
                                          <p:val>
                                            <p:strVal val="#ppt_y+0.04"/>
                                          </p:val>
                                        </p:tav>
                                        <p:tav tm="100000">
                                          <p:val>
                                            <p:strVal val="#ppt_y"/>
                                          </p:val>
                                        </p:tav>
                                      </p:tavLst>
                                    </p:anim>
                                  </p:childTnLst>
                                </p:cTn>
                              </p:par>
                              <p:par>
                                <p:cTn id="69" presetID="42" presetClass="entr" presetSubtype="0" fill="hold" nodeType="withEffect">
                                  <p:stCondLst>
                                    <p:cond delay="1722"/>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500"/>
                                        <p:tgtEl>
                                          <p:spTgt spid="17"/>
                                        </p:tgtEl>
                                      </p:cBhvr>
                                    </p:animEffect>
                                    <p:anim calcmode="lin" valueType="num">
                                      <p:cBhvr>
                                        <p:cTn id="72" dur="500" decel="100000" fill="hold"/>
                                        <p:tgtEl>
                                          <p:spTgt spid="17"/>
                                        </p:tgtEl>
                                        <p:attrNameLst>
                                          <p:attrName>ppt_x</p:attrName>
                                        </p:attrNameLst>
                                      </p:cBhvr>
                                      <p:tavLst>
                                        <p:tav tm="0">
                                          <p:val>
                                            <p:strVal val="#ppt_x"/>
                                          </p:val>
                                        </p:tav>
                                        <p:tav tm="100000">
                                          <p:val>
                                            <p:strVal val="#ppt_x"/>
                                          </p:val>
                                        </p:tav>
                                      </p:tavLst>
                                    </p:anim>
                                    <p:anim calcmode="lin" valueType="num">
                                      <p:cBhvr>
                                        <p:cTn id="73" dur="500" decel="100000" fill="hold"/>
                                        <p:tgtEl>
                                          <p:spTgt spid="17"/>
                                        </p:tgtEl>
                                        <p:attrNameLst>
                                          <p:attrName>ppt_y</p:attrName>
                                        </p:attrNameLst>
                                      </p:cBhvr>
                                      <p:tavLst>
                                        <p:tav tm="0">
                                          <p:val>
                                            <p:strVal val="#ppt_y+0.04"/>
                                          </p:val>
                                        </p:tav>
                                        <p:tav tm="100000">
                                          <p:val>
                                            <p:strVal val="#ppt_y"/>
                                          </p:val>
                                        </p:tav>
                                      </p:tavLst>
                                    </p:anim>
                                  </p:childTnLst>
                                </p:cTn>
                              </p:par>
                              <p:par>
                                <p:cTn id="74" presetID="10" presetClass="entr" presetSubtype="0" fill="hold" nodeType="withEffect">
                                  <p:stCondLst>
                                    <p:cond delay="1845"/>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400"/>
                                        <p:tgtEl>
                                          <p:spTgt spid="18"/>
                                        </p:tgtEl>
                                      </p:cBhvr>
                                    </p:animEffect>
                                  </p:childTnLst>
                                </p:cTn>
                              </p:par>
                              <p:par>
                                <p:cTn id="77" presetID="22" presetClass="entr" presetSubtype="4" fill="hold" nodeType="withEffect">
                                  <p:stCondLst>
                                    <p:cond delay="1968"/>
                                  </p:stCondLst>
                                  <p:childTnLst>
                                    <p:set>
                                      <p:cBhvr>
                                        <p:cTn id="78" dur="1" fill="hold">
                                          <p:stCondLst>
                                            <p:cond delay="0"/>
                                          </p:stCondLst>
                                        </p:cTn>
                                        <p:tgtEl>
                                          <p:spTgt spid="19"/>
                                        </p:tgtEl>
                                        <p:attrNameLst>
                                          <p:attrName>style.visibility</p:attrName>
                                        </p:attrNameLst>
                                      </p:cBhvr>
                                      <p:to>
                                        <p:strVal val="visible"/>
                                      </p:to>
                                    </p:set>
                                    <p:animEffect transition="in" filter="wipe(up)">
                                      <p:cBhvr>
                                        <p:cTn id="79" dur="650"/>
                                        <p:tgtEl>
                                          <p:spTgt spid="19"/>
                                        </p:tgtEl>
                                      </p:cBhvr>
                                    </p:animEffect>
                                  </p:childTnLst>
                                </p:cTn>
                              </p:par>
                              <p:par>
                                <p:cTn id="80" presetID="42" presetClass="entr" presetSubtype="0" fill="hold" nodeType="withEffect">
                                  <p:stCondLst>
                                    <p:cond delay="2091"/>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p:cTn id="83" dur="500" decel="100000" fill="hold"/>
                                        <p:tgtEl>
                                          <p:spTgt spid="20"/>
                                        </p:tgtEl>
                                        <p:attrNameLst>
                                          <p:attrName>ppt_x</p:attrName>
                                        </p:attrNameLst>
                                      </p:cBhvr>
                                      <p:tavLst>
                                        <p:tav tm="0">
                                          <p:val>
                                            <p:strVal val="#ppt_x"/>
                                          </p:val>
                                        </p:tav>
                                        <p:tav tm="100000">
                                          <p:val>
                                            <p:strVal val="#ppt_x"/>
                                          </p:val>
                                        </p:tav>
                                      </p:tavLst>
                                    </p:anim>
                                    <p:anim calcmode="lin" valueType="num">
                                      <p:cBhvr>
                                        <p:cTn id="84" dur="500" decel="100000" fill="hold"/>
                                        <p:tgtEl>
                                          <p:spTgt spid="20"/>
                                        </p:tgtEl>
                                        <p:attrNameLst>
                                          <p:attrName>ppt_y</p:attrName>
                                        </p:attrNameLst>
                                      </p:cBhvr>
                                      <p:tavLst>
                                        <p:tav tm="0">
                                          <p:val>
                                            <p:strVal val="#ppt_y+0.04"/>
                                          </p:val>
                                        </p:tav>
                                        <p:tav tm="100000">
                                          <p:val>
                                            <p:strVal val="#ppt_y"/>
                                          </p:val>
                                        </p:tav>
                                      </p:tavLst>
                                    </p:anim>
                                  </p:childTnLst>
                                </p:cTn>
                              </p:par>
                              <p:par>
                                <p:cTn id="85" presetID="22" presetClass="entr" presetSubtype="4" fill="hold" nodeType="withEffect">
                                  <p:stCondLst>
                                    <p:cond delay="2214"/>
                                  </p:stCondLst>
                                  <p:childTnLst>
                                    <p:set>
                                      <p:cBhvr>
                                        <p:cTn id="86" dur="1" fill="hold">
                                          <p:stCondLst>
                                            <p:cond delay="0"/>
                                          </p:stCondLst>
                                        </p:cTn>
                                        <p:tgtEl>
                                          <p:spTgt spid="21"/>
                                        </p:tgtEl>
                                        <p:attrNameLst>
                                          <p:attrName>style.visibility</p:attrName>
                                        </p:attrNameLst>
                                      </p:cBhvr>
                                      <p:to>
                                        <p:strVal val="visible"/>
                                      </p:to>
                                    </p:set>
                                    <p:animEffect transition="in" filter="wipe(up)">
                                      <p:cBhvr>
                                        <p:cTn id="87" dur="650"/>
                                        <p:tgtEl>
                                          <p:spTgt spid="21"/>
                                        </p:tgtEl>
                                      </p:cBhvr>
                                    </p:animEffect>
                                  </p:childTnLst>
                                </p:cTn>
                              </p:par>
                              <p:par>
                                <p:cTn id="88" presetID="42" presetClass="entr" presetSubtype="0" fill="hold" nodeType="withEffect">
                                  <p:stCondLst>
                                    <p:cond delay="2337"/>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decel="100000" fill="hold"/>
                                        <p:tgtEl>
                                          <p:spTgt spid="22"/>
                                        </p:tgtEl>
                                        <p:attrNameLst>
                                          <p:attrName>ppt_x</p:attrName>
                                        </p:attrNameLst>
                                      </p:cBhvr>
                                      <p:tavLst>
                                        <p:tav tm="0">
                                          <p:val>
                                            <p:strVal val="#ppt_x"/>
                                          </p:val>
                                        </p:tav>
                                        <p:tav tm="100000">
                                          <p:val>
                                            <p:strVal val="#ppt_x"/>
                                          </p:val>
                                        </p:tav>
                                      </p:tavLst>
                                    </p:anim>
                                    <p:anim calcmode="lin" valueType="num">
                                      <p:cBhvr>
                                        <p:cTn id="92" dur="500" decel="100000" fill="hold"/>
                                        <p:tgtEl>
                                          <p:spTgt spid="22"/>
                                        </p:tgtEl>
                                        <p:attrNameLst>
                                          <p:attrName>ppt_y</p:attrName>
                                        </p:attrNameLst>
                                      </p:cBhvr>
                                      <p:tavLst>
                                        <p:tav tm="0">
                                          <p:val>
                                            <p:strVal val="#ppt_y+0.04"/>
                                          </p:val>
                                        </p:tav>
                                        <p:tav tm="100000">
                                          <p:val>
                                            <p:strVal val="#ppt_y"/>
                                          </p:val>
                                        </p:tav>
                                      </p:tavLst>
                                    </p:anim>
                                  </p:childTnLst>
                                </p:cTn>
                              </p:par>
                              <p:par>
                                <p:cTn id="93" presetID="42" presetClass="entr" presetSubtype="0" fill="hold" nodeType="withEffect">
                                  <p:stCondLst>
                                    <p:cond delay="246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decel="100000" fill="hold"/>
                                        <p:tgtEl>
                                          <p:spTgt spid="23"/>
                                        </p:tgtEl>
                                        <p:attrNameLst>
                                          <p:attrName>ppt_x</p:attrName>
                                        </p:attrNameLst>
                                      </p:cBhvr>
                                      <p:tavLst>
                                        <p:tav tm="0">
                                          <p:val>
                                            <p:strVal val="#ppt_x"/>
                                          </p:val>
                                        </p:tav>
                                        <p:tav tm="100000">
                                          <p:val>
                                            <p:strVal val="#ppt_x"/>
                                          </p:val>
                                        </p:tav>
                                      </p:tavLst>
                                    </p:anim>
                                    <p:anim calcmode="lin" valueType="num">
                                      <p:cBhvr>
                                        <p:cTn id="97" dur="500" decel="100000" fill="hold"/>
                                        <p:tgtEl>
                                          <p:spTgt spid="23"/>
                                        </p:tgtEl>
                                        <p:attrNameLst>
                                          <p:attrName>ppt_y</p:attrName>
                                        </p:attrNameLst>
                                      </p:cBhvr>
                                      <p:tavLst>
                                        <p:tav tm="0">
                                          <p:val>
                                            <p:strVal val="#ppt_y+0.04"/>
                                          </p:val>
                                        </p:tav>
                                        <p:tav tm="100000">
                                          <p:val>
                                            <p:strVal val="#ppt_y"/>
                                          </p:val>
                                        </p:tav>
                                      </p:tavLst>
                                    </p:anim>
                                  </p:childTnLst>
                                </p:cTn>
                              </p:par>
                              <p:par>
                                <p:cTn id="98" presetID="22" presetClass="entr" presetSubtype="4" fill="hold" nodeType="withEffect">
                                  <p:stCondLst>
                                    <p:cond delay="2583"/>
                                  </p:stCondLst>
                                  <p:childTnLst>
                                    <p:set>
                                      <p:cBhvr>
                                        <p:cTn id="99" dur="1" fill="hold">
                                          <p:stCondLst>
                                            <p:cond delay="0"/>
                                          </p:stCondLst>
                                        </p:cTn>
                                        <p:tgtEl>
                                          <p:spTgt spid="24"/>
                                        </p:tgtEl>
                                        <p:attrNameLst>
                                          <p:attrName>style.visibility</p:attrName>
                                        </p:attrNameLst>
                                      </p:cBhvr>
                                      <p:to>
                                        <p:strVal val="visible"/>
                                      </p:to>
                                    </p:set>
                                    <p:animEffect transition="in" filter="wipe(up)">
                                      <p:cBhvr>
                                        <p:cTn id="100" dur="650"/>
                                        <p:tgtEl>
                                          <p:spTgt spid="24"/>
                                        </p:tgtEl>
                                      </p:cBhvr>
                                    </p:animEffect>
                                  </p:childTnLst>
                                </p:cTn>
                              </p:par>
                              <p:par>
                                <p:cTn id="101" presetID="42" presetClass="entr" presetSubtype="0" fill="hold" nodeType="withEffect">
                                  <p:stCondLst>
                                    <p:cond delay="2706"/>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anim calcmode="lin" valueType="num">
                                      <p:cBhvr>
                                        <p:cTn id="104" dur="500" decel="100000" fill="hold"/>
                                        <p:tgtEl>
                                          <p:spTgt spid="25"/>
                                        </p:tgtEl>
                                        <p:attrNameLst>
                                          <p:attrName>ppt_x</p:attrName>
                                        </p:attrNameLst>
                                      </p:cBhvr>
                                      <p:tavLst>
                                        <p:tav tm="0">
                                          <p:val>
                                            <p:strVal val="#ppt_x"/>
                                          </p:val>
                                        </p:tav>
                                        <p:tav tm="100000">
                                          <p:val>
                                            <p:strVal val="#ppt_x"/>
                                          </p:val>
                                        </p:tav>
                                      </p:tavLst>
                                    </p:anim>
                                    <p:anim calcmode="lin" valueType="num">
                                      <p:cBhvr>
                                        <p:cTn id="105" dur="500" decel="100000" fill="hold"/>
                                        <p:tgtEl>
                                          <p:spTgt spid="25"/>
                                        </p:tgtEl>
                                        <p:attrNameLst>
                                          <p:attrName>ppt_y</p:attrName>
                                        </p:attrNameLst>
                                      </p:cBhvr>
                                      <p:tavLst>
                                        <p:tav tm="0">
                                          <p:val>
                                            <p:strVal val="#ppt_y+0.04"/>
                                          </p:val>
                                        </p:tav>
                                        <p:tav tm="100000">
                                          <p:val>
                                            <p:strVal val="#ppt_y"/>
                                          </p:val>
                                        </p:tav>
                                      </p:tavLst>
                                    </p:anim>
                                  </p:childTnLst>
                                </p:cTn>
                              </p:par>
                              <p:par>
                                <p:cTn id="106" presetID="22" presetClass="entr" presetSubtype="4" fill="hold" nodeType="withEffect">
                                  <p:stCondLst>
                                    <p:cond delay="2829"/>
                                  </p:stCondLst>
                                  <p:childTnLst>
                                    <p:set>
                                      <p:cBhvr>
                                        <p:cTn id="107" dur="1" fill="hold">
                                          <p:stCondLst>
                                            <p:cond delay="0"/>
                                          </p:stCondLst>
                                        </p:cTn>
                                        <p:tgtEl>
                                          <p:spTgt spid="26"/>
                                        </p:tgtEl>
                                        <p:attrNameLst>
                                          <p:attrName>style.visibility</p:attrName>
                                        </p:attrNameLst>
                                      </p:cBhvr>
                                      <p:to>
                                        <p:strVal val="visible"/>
                                      </p:to>
                                    </p:set>
                                    <p:animEffect transition="in" filter="wipe(up)">
                                      <p:cBhvr>
                                        <p:cTn id="108" dur="650"/>
                                        <p:tgtEl>
                                          <p:spTgt spid="26"/>
                                        </p:tgtEl>
                                      </p:cBhvr>
                                    </p:animEffect>
                                  </p:childTnLst>
                                </p:cTn>
                              </p:par>
                              <p:par>
                                <p:cTn id="109" presetID="42" presetClass="entr" presetSubtype="0" fill="hold" nodeType="withEffect">
                                  <p:stCondLst>
                                    <p:cond delay="2952"/>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500"/>
                                        <p:tgtEl>
                                          <p:spTgt spid="27"/>
                                        </p:tgtEl>
                                      </p:cBhvr>
                                    </p:animEffect>
                                    <p:anim calcmode="lin" valueType="num">
                                      <p:cBhvr>
                                        <p:cTn id="112" dur="500" decel="100000" fill="hold"/>
                                        <p:tgtEl>
                                          <p:spTgt spid="27"/>
                                        </p:tgtEl>
                                        <p:attrNameLst>
                                          <p:attrName>ppt_x</p:attrName>
                                        </p:attrNameLst>
                                      </p:cBhvr>
                                      <p:tavLst>
                                        <p:tav tm="0">
                                          <p:val>
                                            <p:strVal val="#ppt_x"/>
                                          </p:val>
                                        </p:tav>
                                        <p:tav tm="100000">
                                          <p:val>
                                            <p:strVal val="#ppt_x"/>
                                          </p:val>
                                        </p:tav>
                                      </p:tavLst>
                                    </p:anim>
                                    <p:anim calcmode="lin" valueType="num">
                                      <p:cBhvr>
                                        <p:cTn id="113" dur="500" decel="100000" fill="hold"/>
                                        <p:tgtEl>
                                          <p:spTgt spid="27"/>
                                        </p:tgtEl>
                                        <p:attrNameLst>
                                          <p:attrName>ppt_y</p:attrName>
                                        </p:attrNameLst>
                                      </p:cBhvr>
                                      <p:tavLst>
                                        <p:tav tm="0">
                                          <p:val>
                                            <p:strVal val="#ppt_y+0.04"/>
                                          </p:val>
                                        </p:tav>
                                        <p:tav tm="100000">
                                          <p:val>
                                            <p:strVal val="#ppt_y"/>
                                          </p:val>
                                        </p:tav>
                                      </p:tavLst>
                                    </p:anim>
                                  </p:childTnLst>
                                </p:cTn>
                              </p:par>
                              <p:par>
                                <p:cTn id="114" presetID="42" presetClass="entr" presetSubtype="0" fill="hold" nodeType="withEffect">
                                  <p:stCondLst>
                                    <p:cond delay="3075"/>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500"/>
                                        <p:tgtEl>
                                          <p:spTgt spid="28"/>
                                        </p:tgtEl>
                                      </p:cBhvr>
                                    </p:animEffect>
                                    <p:anim calcmode="lin" valueType="num">
                                      <p:cBhvr>
                                        <p:cTn id="117" dur="500" decel="100000" fill="hold"/>
                                        <p:tgtEl>
                                          <p:spTgt spid="28"/>
                                        </p:tgtEl>
                                        <p:attrNameLst>
                                          <p:attrName>ppt_x</p:attrName>
                                        </p:attrNameLst>
                                      </p:cBhvr>
                                      <p:tavLst>
                                        <p:tav tm="0">
                                          <p:val>
                                            <p:strVal val="#ppt_x"/>
                                          </p:val>
                                        </p:tav>
                                        <p:tav tm="100000">
                                          <p:val>
                                            <p:strVal val="#ppt_x"/>
                                          </p:val>
                                        </p:tav>
                                      </p:tavLst>
                                    </p:anim>
                                    <p:anim calcmode="lin" valueType="num">
                                      <p:cBhvr>
                                        <p:cTn id="118" dur="500" decel="100000" fill="hold"/>
                                        <p:tgtEl>
                                          <p:spTgt spid="28"/>
                                        </p:tgtEl>
                                        <p:attrNameLst>
                                          <p:attrName>ppt_y</p:attrName>
                                        </p:attrNameLst>
                                      </p:cBhvr>
                                      <p:tavLst>
                                        <p:tav tm="0">
                                          <p:val>
                                            <p:strVal val="#ppt_y+0.04"/>
                                          </p:val>
                                        </p:tav>
                                        <p:tav tm="100000">
                                          <p:val>
                                            <p:strVal val="#ppt_y"/>
                                          </p:val>
                                        </p:tav>
                                      </p:tavLst>
                                    </p:anim>
                                  </p:childTnLst>
                                </p:cTn>
                              </p:par>
                              <p:par>
                                <p:cTn id="119" presetID="42" presetClass="entr" presetSubtype="0" fill="hold" nodeType="withEffect">
                                  <p:stCondLst>
                                    <p:cond delay="3198"/>
                                  </p:stCondLst>
                                  <p:childTnLst>
                                    <p:set>
                                      <p:cBhvr>
                                        <p:cTn id="120" dur="1" fill="hold">
                                          <p:stCondLst>
                                            <p:cond delay="0"/>
                                          </p:stCondLst>
                                        </p:cTn>
                                        <p:tgtEl>
                                          <p:spTgt spid="29"/>
                                        </p:tgtEl>
                                        <p:attrNameLst>
                                          <p:attrName>style.visibility</p:attrName>
                                        </p:attrNameLst>
                                      </p:cBhvr>
                                      <p:to>
                                        <p:strVal val="visible"/>
                                      </p:to>
                                    </p:set>
                                    <p:animEffect transition="in" filter="fade">
                                      <p:cBhvr>
                                        <p:cTn id="121" dur="500"/>
                                        <p:tgtEl>
                                          <p:spTgt spid="29"/>
                                        </p:tgtEl>
                                      </p:cBhvr>
                                    </p:animEffect>
                                    <p:anim calcmode="lin" valueType="num">
                                      <p:cBhvr>
                                        <p:cTn id="122" dur="500" decel="100000" fill="hold"/>
                                        <p:tgtEl>
                                          <p:spTgt spid="29"/>
                                        </p:tgtEl>
                                        <p:attrNameLst>
                                          <p:attrName>ppt_x</p:attrName>
                                        </p:attrNameLst>
                                      </p:cBhvr>
                                      <p:tavLst>
                                        <p:tav tm="0">
                                          <p:val>
                                            <p:strVal val="#ppt_x"/>
                                          </p:val>
                                        </p:tav>
                                        <p:tav tm="100000">
                                          <p:val>
                                            <p:strVal val="#ppt_x"/>
                                          </p:val>
                                        </p:tav>
                                      </p:tavLst>
                                    </p:anim>
                                    <p:anim calcmode="lin" valueType="num">
                                      <p:cBhvr>
                                        <p:cTn id="123" dur="500" decel="100000" fill="hold"/>
                                        <p:tgtEl>
                                          <p:spTgt spid="29"/>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7150"/>
            <a:ext cx="5283200" cy="323850"/>
          </a:xfrm>
          <a:prstGeom prst="rect">
            <a:avLst/>
          </a:prstGeom>
        </p:spPr>
      </p:pic>
      <p:pic>
        <p:nvPicPr>
          <p:cNvPr id="4" name="Picture 3" descr="image.jpg"/>
          <p:cNvPicPr>
            <a:picLocks noChangeAspect="1"/>
          </p:cNvPicPr>
          <p:nvPr/>
        </p:nvPicPr>
        <p:blipFill>
          <a:blip r:embed="rId4"/>
          <a:stretch>
            <a:fillRect/>
          </a:stretch>
        </p:blipFill>
        <p:spPr>
          <a:xfrm>
            <a:off x="673100" y="1739900"/>
            <a:ext cx="5283200" cy="1981200"/>
          </a:xfrm>
          <a:prstGeom prst="rect">
            <a:avLst/>
          </a:prstGeom>
        </p:spPr>
      </p:pic>
      <p:pic>
        <p:nvPicPr>
          <p:cNvPr id="5" name="Picture 4" descr="image.jpg"/>
          <p:cNvPicPr>
            <a:picLocks noChangeAspect="1"/>
          </p:cNvPicPr>
          <p:nvPr/>
        </p:nvPicPr>
        <p:blipFill>
          <a:blip r:embed="rId5"/>
          <a:stretch>
            <a:fillRect/>
          </a:stretch>
        </p:blipFill>
        <p:spPr>
          <a:xfrm>
            <a:off x="1384300" y="1816100"/>
            <a:ext cx="1346200" cy="260350"/>
          </a:xfrm>
          <a:prstGeom prst="rect">
            <a:avLst/>
          </a:prstGeom>
        </p:spPr>
      </p:pic>
      <p:pic>
        <p:nvPicPr>
          <p:cNvPr id="6" name="Picture 5" descr="image.jpg"/>
          <p:cNvPicPr>
            <a:picLocks noChangeAspect="1"/>
          </p:cNvPicPr>
          <p:nvPr/>
        </p:nvPicPr>
        <p:blipFill>
          <a:blip r:embed="rId6"/>
          <a:stretch>
            <a:fillRect/>
          </a:stretch>
        </p:blipFill>
        <p:spPr>
          <a:xfrm>
            <a:off x="2971800" y="2844800"/>
            <a:ext cx="457200" cy="292100"/>
          </a:xfrm>
          <a:prstGeom prst="rect">
            <a:avLst/>
          </a:prstGeom>
        </p:spPr>
      </p:pic>
      <p:pic>
        <p:nvPicPr>
          <p:cNvPr id="7" name="Picture 6" descr="image.jpg"/>
          <p:cNvPicPr>
            <a:picLocks noChangeAspect="1"/>
          </p:cNvPicPr>
          <p:nvPr/>
        </p:nvPicPr>
        <p:blipFill>
          <a:blip r:embed="rId7"/>
          <a:stretch>
            <a:fillRect/>
          </a:stretch>
        </p:blipFill>
        <p:spPr>
          <a:xfrm>
            <a:off x="2203450" y="2095500"/>
            <a:ext cx="457200" cy="292100"/>
          </a:xfrm>
          <a:prstGeom prst="rect">
            <a:avLst/>
          </a:prstGeom>
        </p:spPr>
      </p:pic>
      <p:pic>
        <p:nvPicPr>
          <p:cNvPr id="8" name="Picture 7" descr="image.jpg"/>
          <p:cNvPicPr>
            <a:picLocks noChangeAspect="1"/>
          </p:cNvPicPr>
          <p:nvPr/>
        </p:nvPicPr>
        <p:blipFill>
          <a:blip r:embed="rId8"/>
          <a:stretch>
            <a:fillRect/>
          </a:stretch>
        </p:blipFill>
        <p:spPr>
          <a:xfrm>
            <a:off x="1943100" y="3352800"/>
            <a:ext cx="1727200" cy="260350"/>
          </a:xfrm>
          <a:prstGeom prst="rect">
            <a:avLst/>
          </a:prstGeom>
        </p:spPr>
      </p:pic>
      <p:pic>
        <p:nvPicPr>
          <p:cNvPr id="9" name="Picture 8" descr="image.jpg"/>
          <p:cNvPicPr>
            <a:picLocks noChangeAspect="1"/>
          </p:cNvPicPr>
          <p:nvPr/>
        </p:nvPicPr>
        <p:blipFill>
          <a:blip r:embed="rId9"/>
          <a:stretch>
            <a:fillRect/>
          </a:stretch>
        </p:blipFill>
        <p:spPr>
          <a:xfrm>
            <a:off x="4457700" y="2819400"/>
            <a:ext cx="279400" cy="311150"/>
          </a:xfrm>
          <a:prstGeom prst="rect">
            <a:avLst/>
          </a:prstGeom>
        </p:spPr>
      </p:pic>
      <p:pic>
        <p:nvPicPr>
          <p:cNvPr id="10" name="Picture 9" descr="image.jpg"/>
          <p:cNvPicPr>
            <a:picLocks noChangeAspect="1"/>
          </p:cNvPicPr>
          <p:nvPr/>
        </p:nvPicPr>
        <p:blipFill>
          <a:blip r:embed="rId10"/>
          <a:stretch>
            <a:fillRect/>
          </a:stretch>
        </p:blipFill>
        <p:spPr>
          <a:xfrm>
            <a:off x="5003800" y="2578100"/>
            <a:ext cx="330200" cy="311150"/>
          </a:xfrm>
          <a:prstGeom prst="rect">
            <a:avLst/>
          </a:prstGeom>
        </p:spPr>
      </p:pic>
      <p:pic>
        <p:nvPicPr>
          <p:cNvPr id="11" name="Picture 10" descr="image.jpg"/>
          <p:cNvPicPr>
            <a:picLocks noChangeAspect="1"/>
          </p:cNvPicPr>
          <p:nvPr/>
        </p:nvPicPr>
        <p:blipFill>
          <a:blip r:embed="rId11"/>
          <a:stretch>
            <a:fillRect/>
          </a:stretch>
        </p:blipFill>
        <p:spPr>
          <a:xfrm>
            <a:off x="3784600" y="1828800"/>
            <a:ext cx="1981200" cy="260350"/>
          </a:xfrm>
          <a:prstGeom prst="rect">
            <a:avLst/>
          </a:prstGeom>
        </p:spPr>
      </p:pic>
      <p:pic>
        <p:nvPicPr>
          <p:cNvPr id="12" name="Picture 11" descr="image.jpg"/>
          <p:cNvPicPr>
            <a:picLocks noChangeAspect="1"/>
          </p:cNvPicPr>
          <p:nvPr/>
        </p:nvPicPr>
        <p:blipFill>
          <a:blip r:embed="rId12"/>
          <a:stretch>
            <a:fillRect/>
          </a:stretch>
        </p:blipFill>
        <p:spPr>
          <a:xfrm>
            <a:off x="673100" y="3771900"/>
            <a:ext cx="5283200" cy="1517650"/>
          </a:xfrm>
          <a:prstGeom prst="rect">
            <a:avLst/>
          </a:prstGeom>
        </p:spPr>
      </p:pic>
      <p:pic>
        <p:nvPicPr>
          <p:cNvPr id="13" name="Picture 12" descr="image.jpg"/>
          <p:cNvPicPr>
            <a:picLocks noChangeAspect="1"/>
          </p:cNvPicPr>
          <p:nvPr/>
        </p:nvPicPr>
        <p:blipFill>
          <a:blip r:embed="rId13"/>
          <a:stretch>
            <a:fillRect/>
          </a:stretch>
        </p:blipFill>
        <p:spPr>
          <a:xfrm>
            <a:off x="6311900" y="1327150"/>
            <a:ext cx="5219700" cy="323850"/>
          </a:xfrm>
          <a:prstGeom prst="rect">
            <a:avLst/>
          </a:prstGeom>
        </p:spPr>
      </p:pic>
      <p:pic>
        <p:nvPicPr>
          <p:cNvPr id="14" name="Picture 13" descr="image.jpg"/>
          <p:cNvPicPr>
            <a:picLocks noChangeAspect="1"/>
          </p:cNvPicPr>
          <p:nvPr/>
        </p:nvPicPr>
        <p:blipFill>
          <a:blip r:embed="rId14"/>
          <a:stretch>
            <a:fillRect/>
          </a:stretch>
        </p:blipFill>
        <p:spPr>
          <a:xfrm>
            <a:off x="6438900" y="4076700"/>
            <a:ext cx="304800" cy="533400"/>
          </a:xfrm>
          <a:prstGeom prst="rect">
            <a:avLst/>
          </a:prstGeom>
        </p:spPr>
      </p:pic>
      <p:pic>
        <p:nvPicPr>
          <p:cNvPr id="15" name="Picture 14" descr="image.jpg"/>
          <p:cNvPicPr>
            <a:picLocks noChangeAspect="1"/>
          </p:cNvPicPr>
          <p:nvPr/>
        </p:nvPicPr>
        <p:blipFill>
          <a:blip r:embed="rId15"/>
          <a:stretch>
            <a:fillRect/>
          </a:stretch>
        </p:blipFill>
        <p:spPr>
          <a:xfrm>
            <a:off x="6718300" y="3619500"/>
            <a:ext cx="304800" cy="990600"/>
          </a:xfrm>
          <a:prstGeom prst="rect">
            <a:avLst/>
          </a:prstGeom>
        </p:spPr>
      </p:pic>
      <p:pic>
        <p:nvPicPr>
          <p:cNvPr id="16" name="Picture 15" descr="image.jpg"/>
          <p:cNvPicPr>
            <a:picLocks noChangeAspect="1"/>
          </p:cNvPicPr>
          <p:nvPr/>
        </p:nvPicPr>
        <p:blipFill>
          <a:blip r:embed="rId16"/>
          <a:stretch>
            <a:fillRect/>
          </a:stretch>
        </p:blipFill>
        <p:spPr>
          <a:xfrm>
            <a:off x="6997700" y="3162300"/>
            <a:ext cx="304800" cy="1447800"/>
          </a:xfrm>
          <a:prstGeom prst="rect">
            <a:avLst/>
          </a:prstGeom>
        </p:spPr>
      </p:pic>
      <p:pic>
        <p:nvPicPr>
          <p:cNvPr id="17" name="Picture 16" descr="image.jpg"/>
          <p:cNvPicPr>
            <a:picLocks noChangeAspect="1"/>
          </p:cNvPicPr>
          <p:nvPr/>
        </p:nvPicPr>
        <p:blipFill>
          <a:blip r:embed="rId17"/>
          <a:stretch>
            <a:fillRect/>
          </a:stretch>
        </p:blipFill>
        <p:spPr>
          <a:xfrm>
            <a:off x="7277100" y="2705100"/>
            <a:ext cx="304800" cy="1905000"/>
          </a:xfrm>
          <a:prstGeom prst="rect">
            <a:avLst/>
          </a:prstGeom>
        </p:spPr>
      </p:pic>
      <p:pic>
        <p:nvPicPr>
          <p:cNvPr id="18" name="Picture 17" descr="image.jpg"/>
          <p:cNvPicPr>
            <a:picLocks noChangeAspect="1"/>
          </p:cNvPicPr>
          <p:nvPr/>
        </p:nvPicPr>
        <p:blipFill>
          <a:blip r:embed="rId18"/>
          <a:stretch>
            <a:fillRect/>
          </a:stretch>
        </p:blipFill>
        <p:spPr>
          <a:xfrm>
            <a:off x="7556500" y="2400300"/>
            <a:ext cx="304800" cy="2209800"/>
          </a:xfrm>
          <a:prstGeom prst="rect">
            <a:avLst/>
          </a:prstGeom>
        </p:spPr>
      </p:pic>
      <p:pic>
        <p:nvPicPr>
          <p:cNvPr id="19" name="Picture 18" descr="image.jpg"/>
          <p:cNvPicPr>
            <a:picLocks noChangeAspect="1"/>
          </p:cNvPicPr>
          <p:nvPr/>
        </p:nvPicPr>
        <p:blipFill>
          <a:blip r:embed="rId17"/>
          <a:stretch>
            <a:fillRect/>
          </a:stretch>
        </p:blipFill>
        <p:spPr>
          <a:xfrm>
            <a:off x="7835900" y="2705100"/>
            <a:ext cx="304800" cy="1905000"/>
          </a:xfrm>
          <a:prstGeom prst="rect">
            <a:avLst/>
          </a:prstGeom>
        </p:spPr>
      </p:pic>
      <p:pic>
        <p:nvPicPr>
          <p:cNvPr id="20" name="Picture 19" descr="image.jpg"/>
          <p:cNvPicPr>
            <a:picLocks noChangeAspect="1"/>
          </p:cNvPicPr>
          <p:nvPr/>
        </p:nvPicPr>
        <p:blipFill>
          <a:blip r:embed="rId19"/>
          <a:stretch>
            <a:fillRect/>
          </a:stretch>
        </p:blipFill>
        <p:spPr>
          <a:xfrm>
            <a:off x="8115300" y="3009900"/>
            <a:ext cx="304800" cy="1600200"/>
          </a:xfrm>
          <a:prstGeom prst="rect">
            <a:avLst/>
          </a:prstGeom>
        </p:spPr>
      </p:pic>
      <p:pic>
        <p:nvPicPr>
          <p:cNvPr id="21" name="Picture 20" descr="image.jpg"/>
          <p:cNvPicPr>
            <a:picLocks noChangeAspect="1"/>
          </p:cNvPicPr>
          <p:nvPr/>
        </p:nvPicPr>
        <p:blipFill>
          <a:blip r:embed="rId20"/>
          <a:stretch>
            <a:fillRect/>
          </a:stretch>
        </p:blipFill>
        <p:spPr>
          <a:xfrm>
            <a:off x="8394700" y="3314700"/>
            <a:ext cx="304800" cy="1295400"/>
          </a:xfrm>
          <a:prstGeom prst="rect">
            <a:avLst/>
          </a:prstGeom>
        </p:spPr>
      </p:pic>
      <p:pic>
        <p:nvPicPr>
          <p:cNvPr id="22" name="Picture 21" descr="image.jpg"/>
          <p:cNvPicPr>
            <a:picLocks noChangeAspect="1"/>
          </p:cNvPicPr>
          <p:nvPr/>
        </p:nvPicPr>
        <p:blipFill>
          <a:blip r:embed="rId15"/>
          <a:stretch>
            <a:fillRect/>
          </a:stretch>
        </p:blipFill>
        <p:spPr>
          <a:xfrm>
            <a:off x="8674100" y="3619500"/>
            <a:ext cx="304800" cy="990600"/>
          </a:xfrm>
          <a:prstGeom prst="rect">
            <a:avLst/>
          </a:prstGeom>
        </p:spPr>
      </p:pic>
      <p:pic>
        <p:nvPicPr>
          <p:cNvPr id="23" name="Picture 22" descr="image.jpg"/>
          <p:cNvPicPr>
            <a:picLocks noChangeAspect="1"/>
          </p:cNvPicPr>
          <p:nvPr/>
        </p:nvPicPr>
        <p:blipFill>
          <a:blip r:embed="rId21"/>
          <a:stretch>
            <a:fillRect/>
          </a:stretch>
        </p:blipFill>
        <p:spPr>
          <a:xfrm>
            <a:off x="8953500" y="3771900"/>
            <a:ext cx="304800" cy="838200"/>
          </a:xfrm>
          <a:prstGeom prst="rect">
            <a:avLst/>
          </a:prstGeom>
        </p:spPr>
      </p:pic>
      <p:pic>
        <p:nvPicPr>
          <p:cNvPr id="24" name="Picture 23" descr="image.jpg"/>
          <p:cNvPicPr>
            <a:picLocks noChangeAspect="1"/>
          </p:cNvPicPr>
          <p:nvPr/>
        </p:nvPicPr>
        <p:blipFill>
          <a:blip r:embed="rId22"/>
          <a:stretch>
            <a:fillRect/>
          </a:stretch>
        </p:blipFill>
        <p:spPr>
          <a:xfrm>
            <a:off x="9232900" y="3924300"/>
            <a:ext cx="304800" cy="685800"/>
          </a:xfrm>
          <a:prstGeom prst="rect">
            <a:avLst/>
          </a:prstGeom>
        </p:spPr>
      </p:pic>
      <p:pic>
        <p:nvPicPr>
          <p:cNvPr id="25" name="Picture 24" descr="image.jpg"/>
          <p:cNvPicPr>
            <a:picLocks noChangeAspect="1"/>
          </p:cNvPicPr>
          <p:nvPr/>
        </p:nvPicPr>
        <p:blipFill>
          <a:blip r:embed="rId14"/>
          <a:stretch>
            <a:fillRect/>
          </a:stretch>
        </p:blipFill>
        <p:spPr>
          <a:xfrm>
            <a:off x="9512300" y="4076700"/>
            <a:ext cx="304800" cy="533400"/>
          </a:xfrm>
          <a:prstGeom prst="rect">
            <a:avLst/>
          </a:prstGeom>
        </p:spPr>
      </p:pic>
      <p:pic>
        <p:nvPicPr>
          <p:cNvPr id="26" name="Picture 25" descr="image.jpg"/>
          <p:cNvPicPr>
            <a:picLocks noChangeAspect="1"/>
          </p:cNvPicPr>
          <p:nvPr/>
        </p:nvPicPr>
        <p:blipFill>
          <a:blip r:embed="rId23"/>
          <a:stretch>
            <a:fillRect/>
          </a:stretch>
        </p:blipFill>
        <p:spPr>
          <a:xfrm>
            <a:off x="9791700" y="4229100"/>
            <a:ext cx="304800" cy="381000"/>
          </a:xfrm>
          <a:prstGeom prst="rect">
            <a:avLst/>
          </a:prstGeom>
        </p:spPr>
      </p:pic>
      <p:pic>
        <p:nvPicPr>
          <p:cNvPr id="27" name="Picture 26" descr="image.jpg"/>
          <p:cNvPicPr>
            <a:picLocks noChangeAspect="1"/>
          </p:cNvPicPr>
          <p:nvPr/>
        </p:nvPicPr>
        <p:blipFill>
          <a:blip r:embed="rId23"/>
          <a:stretch>
            <a:fillRect/>
          </a:stretch>
        </p:blipFill>
        <p:spPr>
          <a:xfrm>
            <a:off x="10071100" y="4229100"/>
            <a:ext cx="304800" cy="381000"/>
          </a:xfrm>
          <a:prstGeom prst="rect">
            <a:avLst/>
          </a:prstGeom>
        </p:spPr>
      </p:pic>
      <p:pic>
        <p:nvPicPr>
          <p:cNvPr id="28" name="Picture 27" descr="image.jpg"/>
          <p:cNvPicPr>
            <a:picLocks noChangeAspect="1"/>
          </p:cNvPicPr>
          <p:nvPr/>
        </p:nvPicPr>
        <p:blipFill>
          <a:blip r:embed="rId24"/>
          <a:stretch>
            <a:fillRect/>
          </a:stretch>
        </p:blipFill>
        <p:spPr>
          <a:xfrm>
            <a:off x="10350500" y="4381500"/>
            <a:ext cx="304800" cy="228600"/>
          </a:xfrm>
          <a:prstGeom prst="rect">
            <a:avLst/>
          </a:prstGeom>
        </p:spPr>
      </p:pic>
      <p:pic>
        <p:nvPicPr>
          <p:cNvPr id="29" name="Picture 28" descr="image.jpg"/>
          <p:cNvPicPr>
            <a:picLocks noChangeAspect="1"/>
          </p:cNvPicPr>
          <p:nvPr/>
        </p:nvPicPr>
        <p:blipFill>
          <a:blip r:embed="rId25"/>
          <a:stretch>
            <a:fillRect/>
          </a:stretch>
        </p:blipFill>
        <p:spPr>
          <a:xfrm>
            <a:off x="6311900" y="4533900"/>
            <a:ext cx="4521200" cy="95250"/>
          </a:xfrm>
          <a:prstGeom prst="rect">
            <a:avLst/>
          </a:prstGeom>
        </p:spPr>
      </p:pic>
      <p:pic>
        <p:nvPicPr>
          <p:cNvPr id="30" name="Picture 29" descr="image.jpg"/>
          <p:cNvPicPr>
            <a:picLocks noChangeAspect="1"/>
          </p:cNvPicPr>
          <p:nvPr/>
        </p:nvPicPr>
        <p:blipFill>
          <a:blip r:embed="rId26"/>
          <a:stretch>
            <a:fillRect/>
          </a:stretch>
        </p:blipFill>
        <p:spPr>
          <a:xfrm>
            <a:off x="9791700" y="2247900"/>
            <a:ext cx="101600" cy="2374900"/>
          </a:xfrm>
          <a:prstGeom prst="rect">
            <a:avLst/>
          </a:prstGeom>
        </p:spPr>
      </p:pic>
      <p:pic>
        <p:nvPicPr>
          <p:cNvPr id="31" name="Picture 30" descr="image.jpg"/>
          <p:cNvPicPr>
            <a:picLocks noChangeAspect="1"/>
          </p:cNvPicPr>
          <p:nvPr/>
        </p:nvPicPr>
        <p:blipFill>
          <a:blip r:embed="rId27"/>
          <a:stretch>
            <a:fillRect/>
          </a:stretch>
        </p:blipFill>
        <p:spPr>
          <a:xfrm>
            <a:off x="8851900" y="2057400"/>
            <a:ext cx="1473200" cy="292100"/>
          </a:xfrm>
          <a:prstGeom prst="rect">
            <a:avLst/>
          </a:prstGeom>
        </p:spPr>
      </p:pic>
      <p:pic>
        <p:nvPicPr>
          <p:cNvPr id="32" name="Picture 31" descr="image.jpg"/>
          <p:cNvPicPr>
            <a:picLocks noChangeAspect="1"/>
          </p:cNvPicPr>
          <p:nvPr/>
        </p:nvPicPr>
        <p:blipFill>
          <a:blip r:embed="rId28"/>
          <a:stretch>
            <a:fillRect/>
          </a:stretch>
        </p:blipFill>
        <p:spPr>
          <a:xfrm>
            <a:off x="10312400" y="2057400"/>
            <a:ext cx="234950" cy="311150"/>
          </a:xfrm>
          <a:prstGeom prst="rect">
            <a:avLst/>
          </a:prstGeom>
        </p:spPr>
      </p:pic>
      <p:pic>
        <p:nvPicPr>
          <p:cNvPr id="33" name="Picture 32" descr="image.jpg"/>
          <p:cNvPicPr>
            <a:picLocks noChangeAspect="1"/>
          </p:cNvPicPr>
          <p:nvPr/>
        </p:nvPicPr>
        <p:blipFill>
          <a:blip r:embed="rId29"/>
          <a:stretch>
            <a:fillRect/>
          </a:stretch>
        </p:blipFill>
        <p:spPr>
          <a:xfrm>
            <a:off x="6311900" y="4635500"/>
            <a:ext cx="3060700" cy="279400"/>
          </a:xfrm>
          <a:prstGeom prst="rect">
            <a:avLst/>
          </a:prstGeom>
        </p:spPr>
      </p:pic>
      <p:pic>
        <p:nvPicPr>
          <p:cNvPr id="34" name="Picture 33" descr="image.jpg"/>
          <p:cNvPicPr>
            <a:picLocks noChangeAspect="1"/>
          </p:cNvPicPr>
          <p:nvPr/>
        </p:nvPicPr>
        <p:blipFill>
          <a:blip r:embed="rId30"/>
          <a:stretch>
            <a:fillRect/>
          </a:stretch>
        </p:blipFill>
        <p:spPr>
          <a:xfrm>
            <a:off x="9372600" y="4597400"/>
            <a:ext cx="1041400" cy="361950"/>
          </a:xfrm>
          <a:prstGeom prst="rect">
            <a:avLst/>
          </a:prstGeom>
        </p:spPr>
      </p:pic>
      <p:pic>
        <p:nvPicPr>
          <p:cNvPr id="35" name="Picture 34" descr="image.jpg"/>
          <p:cNvPicPr>
            <a:picLocks noChangeAspect="1"/>
          </p:cNvPicPr>
          <p:nvPr/>
        </p:nvPicPr>
        <p:blipFill>
          <a:blip r:embed="rId31"/>
          <a:stretch>
            <a:fillRect/>
          </a:stretch>
        </p:blipFill>
        <p:spPr>
          <a:xfrm>
            <a:off x="6311900" y="4914900"/>
            <a:ext cx="5219700" cy="781050"/>
          </a:xfrm>
          <a:prstGeom prst="rect">
            <a:avLst/>
          </a:prstGeom>
        </p:spPr>
      </p:pic>
      <p:pic>
        <p:nvPicPr>
          <p:cNvPr id="36" name="Picture 35" descr="image.jpg"/>
          <p:cNvPicPr>
            <a:picLocks noChangeAspect="1"/>
          </p:cNvPicPr>
          <p:nvPr/>
        </p:nvPicPr>
        <p:blipFill>
          <a:blip r:embed="rId32"/>
          <a:stretch>
            <a:fillRect/>
          </a:stretch>
        </p:blipFill>
        <p:spPr>
          <a:xfrm>
            <a:off x="673100" y="5816600"/>
            <a:ext cx="10871200" cy="26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22" presetClass="entr" presetSubtype="8" fill="hold" nodeType="withEffect">
                                  <p:stCondLst>
                                    <p:cond delay="100"/>
                                  </p:stCondLst>
                                  <p:childTnLst>
                                    <p:set>
                                      <p:cBhvr>
                                        <p:cTn id="11" dur="1" fill="hold">
                                          <p:stCondLst>
                                            <p:cond delay="0"/>
                                          </p:stCondLst>
                                        </p:cTn>
                                        <p:tgtEl>
                                          <p:spTgt spid="4"/>
                                        </p:tgtEl>
                                        <p:attrNameLst>
                                          <p:attrName>style.visibility</p:attrName>
                                        </p:attrNameLst>
                                      </p:cBhvr>
                                      <p:to>
                                        <p:strVal val="visible"/>
                                      </p:to>
                                    </p:set>
                                    <p:animEffect transition="in" filter="wipe(right)">
                                      <p:cBhvr>
                                        <p:cTn id="12" dur="650"/>
                                        <p:tgtEl>
                                          <p:spTgt spid="4"/>
                                        </p:tgtEl>
                                      </p:cBhvr>
                                    </p:animEffect>
                                  </p:childTnLst>
                                </p:cTn>
                              </p:par>
                              <p:par>
                                <p:cTn id="13" presetID="42" presetClass="entr" presetSubtype="0" fill="hold" nodeType="with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4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42" presetClass="entr" presetSubtype="0" fill="hold" nodeType="withEffect">
                                  <p:stCondLst>
                                    <p:cond delay="5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decel="100000" fill="hold"/>
                                        <p:tgtEl>
                                          <p:spTgt spid="8"/>
                                        </p:tgtEl>
                                        <p:attrNameLst>
                                          <p:attrName>ppt_x</p:attrName>
                                        </p:attrNameLst>
                                      </p:cBhvr>
                                      <p:tavLst>
                                        <p:tav tm="0">
                                          <p:val>
                                            <p:strVal val="#ppt_x"/>
                                          </p:val>
                                        </p:tav>
                                        <p:tav tm="100000">
                                          <p:val>
                                            <p:strVal val="#ppt_x"/>
                                          </p:val>
                                        </p:tav>
                                      </p:tavLst>
                                    </p:anim>
                                    <p:anim calcmode="lin" valueType="num">
                                      <p:cBhvr>
                                        <p:cTn id="32" dur="500" decel="100000" fill="hold"/>
                                        <p:tgtEl>
                                          <p:spTgt spid="8"/>
                                        </p:tgtEl>
                                        <p:attrNameLst>
                                          <p:attrName>ppt_y</p:attrName>
                                        </p:attrNameLst>
                                      </p:cBhvr>
                                      <p:tavLst>
                                        <p:tav tm="0">
                                          <p:val>
                                            <p:strVal val="#ppt_y+0.04"/>
                                          </p:val>
                                        </p:tav>
                                        <p:tav tm="100000">
                                          <p:val>
                                            <p:strVal val="#ppt_y"/>
                                          </p:val>
                                        </p:tav>
                                      </p:tavLst>
                                    </p:anim>
                                  </p:childTnLst>
                                </p:cTn>
                              </p:par>
                              <p:par>
                                <p:cTn id="33" presetID="42" presetClass="entr" presetSubtype="0" fill="hold" nodeType="withEffect">
                                  <p:stCondLst>
                                    <p:cond delay="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decel="100000" fill="hold"/>
                                        <p:tgtEl>
                                          <p:spTgt spid="9"/>
                                        </p:tgtEl>
                                        <p:attrNameLst>
                                          <p:attrName>ppt_x</p:attrName>
                                        </p:attrNameLst>
                                      </p:cBhvr>
                                      <p:tavLst>
                                        <p:tav tm="0">
                                          <p:val>
                                            <p:strVal val="#ppt_x"/>
                                          </p:val>
                                        </p:tav>
                                        <p:tav tm="100000">
                                          <p:val>
                                            <p:strVal val="#ppt_x"/>
                                          </p:val>
                                        </p:tav>
                                      </p:tavLst>
                                    </p:anim>
                                    <p:anim calcmode="lin" valueType="num">
                                      <p:cBhvr>
                                        <p:cTn id="37" dur="500" decel="100000" fill="hold"/>
                                        <p:tgtEl>
                                          <p:spTgt spid="9"/>
                                        </p:tgtEl>
                                        <p:attrNameLst>
                                          <p:attrName>ppt_y</p:attrName>
                                        </p:attrNameLst>
                                      </p:cBhvr>
                                      <p:tavLst>
                                        <p:tav tm="0">
                                          <p:val>
                                            <p:strVal val="#ppt_y+0.04"/>
                                          </p:val>
                                        </p:tav>
                                        <p:tav tm="100000">
                                          <p:val>
                                            <p:strVal val="#ppt_y"/>
                                          </p:val>
                                        </p:tav>
                                      </p:tavLst>
                                    </p:anim>
                                  </p:childTnLst>
                                </p:cTn>
                              </p:par>
                              <p:par>
                                <p:cTn id="38" presetID="42" presetClass="entr" presetSubtype="0" fill="hold" nodeType="withEffect">
                                  <p:stCondLst>
                                    <p:cond delay="70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decel="100000" fill="hold"/>
                                        <p:tgtEl>
                                          <p:spTgt spid="10"/>
                                        </p:tgtEl>
                                        <p:attrNameLst>
                                          <p:attrName>ppt_x</p:attrName>
                                        </p:attrNameLst>
                                      </p:cBhvr>
                                      <p:tavLst>
                                        <p:tav tm="0">
                                          <p:val>
                                            <p:strVal val="#ppt_x"/>
                                          </p:val>
                                        </p:tav>
                                        <p:tav tm="100000">
                                          <p:val>
                                            <p:strVal val="#ppt_x"/>
                                          </p:val>
                                        </p:tav>
                                      </p:tavLst>
                                    </p:anim>
                                    <p:anim calcmode="lin" valueType="num">
                                      <p:cBhvr>
                                        <p:cTn id="42" dur="500" decel="100000" fill="hold"/>
                                        <p:tgtEl>
                                          <p:spTgt spid="10"/>
                                        </p:tgtEl>
                                        <p:attrNameLst>
                                          <p:attrName>ppt_y</p:attrName>
                                        </p:attrNameLst>
                                      </p:cBhvr>
                                      <p:tavLst>
                                        <p:tav tm="0">
                                          <p:val>
                                            <p:strVal val="#ppt_y+0.04"/>
                                          </p:val>
                                        </p:tav>
                                        <p:tav tm="100000">
                                          <p:val>
                                            <p:strVal val="#ppt_y"/>
                                          </p:val>
                                        </p:tav>
                                      </p:tavLst>
                                    </p:anim>
                                  </p:childTnLst>
                                </p:cTn>
                              </p:par>
                              <p:par>
                                <p:cTn id="43" presetID="42" presetClass="entr" presetSubtype="0" fill="hold" nodeType="withEffect">
                                  <p:stCondLst>
                                    <p:cond delay="8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decel="100000" fill="hold"/>
                                        <p:tgtEl>
                                          <p:spTgt spid="11"/>
                                        </p:tgtEl>
                                        <p:attrNameLst>
                                          <p:attrName>ppt_x</p:attrName>
                                        </p:attrNameLst>
                                      </p:cBhvr>
                                      <p:tavLst>
                                        <p:tav tm="0">
                                          <p:val>
                                            <p:strVal val="#ppt_x"/>
                                          </p:val>
                                        </p:tav>
                                        <p:tav tm="100000">
                                          <p:val>
                                            <p:strVal val="#ppt_x"/>
                                          </p:val>
                                        </p:tav>
                                      </p:tavLst>
                                    </p:anim>
                                    <p:anim calcmode="lin" valueType="num">
                                      <p:cBhvr>
                                        <p:cTn id="47" dur="500" decel="100000" fill="hold"/>
                                        <p:tgtEl>
                                          <p:spTgt spid="11"/>
                                        </p:tgtEl>
                                        <p:attrNameLst>
                                          <p:attrName>ppt_y</p:attrName>
                                        </p:attrNameLst>
                                      </p:cBhvr>
                                      <p:tavLst>
                                        <p:tav tm="0">
                                          <p:val>
                                            <p:strVal val="#ppt_y+0.04"/>
                                          </p:val>
                                        </p:tav>
                                        <p:tav tm="100000">
                                          <p:val>
                                            <p:strVal val="#ppt_y"/>
                                          </p:val>
                                        </p:tav>
                                      </p:tavLst>
                                    </p:anim>
                                  </p:childTnLst>
                                </p:cTn>
                              </p:par>
                              <p:par>
                                <p:cTn id="48" presetID="42" presetClass="entr" presetSubtype="0" fill="hold" nodeType="withEffect">
                                  <p:stCondLst>
                                    <p:cond delay="90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decel="100000" fill="hold"/>
                                        <p:tgtEl>
                                          <p:spTgt spid="12"/>
                                        </p:tgtEl>
                                        <p:attrNameLst>
                                          <p:attrName>ppt_x</p:attrName>
                                        </p:attrNameLst>
                                      </p:cBhvr>
                                      <p:tavLst>
                                        <p:tav tm="0">
                                          <p:val>
                                            <p:strVal val="#ppt_x"/>
                                          </p:val>
                                        </p:tav>
                                        <p:tav tm="100000">
                                          <p:val>
                                            <p:strVal val="#ppt_x"/>
                                          </p:val>
                                        </p:tav>
                                      </p:tavLst>
                                    </p:anim>
                                    <p:anim calcmode="lin" valueType="num">
                                      <p:cBhvr>
                                        <p:cTn id="52" dur="500" decel="100000" fill="hold"/>
                                        <p:tgtEl>
                                          <p:spTgt spid="12"/>
                                        </p:tgtEl>
                                        <p:attrNameLst>
                                          <p:attrName>ppt_y</p:attrName>
                                        </p:attrNameLst>
                                      </p:cBhvr>
                                      <p:tavLst>
                                        <p:tav tm="0">
                                          <p:val>
                                            <p:strVal val="#ppt_y+0.04"/>
                                          </p:val>
                                        </p:tav>
                                        <p:tav tm="100000">
                                          <p:val>
                                            <p:strVal val="#ppt_y"/>
                                          </p:val>
                                        </p:tav>
                                      </p:tavLst>
                                    </p:anim>
                                  </p:childTnLst>
                                </p:cTn>
                              </p:par>
                              <p:par>
                                <p:cTn id="53" presetID="42" presetClass="entr" presetSubtype="0" fill="hold" nodeType="withEffect">
                                  <p:stCondLst>
                                    <p:cond delay="100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decel="100000" fill="hold"/>
                                        <p:tgtEl>
                                          <p:spTgt spid="13"/>
                                        </p:tgtEl>
                                        <p:attrNameLst>
                                          <p:attrName>ppt_x</p:attrName>
                                        </p:attrNameLst>
                                      </p:cBhvr>
                                      <p:tavLst>
                                        <p:tav tm="0">
                                          <p:val>
                                            <p:strVal val="#ppt_x"/>
                                          </p:val>
                                        </p:tav>
                                        <p:tav tm="100000">
                                          <p:val>
                                            <p:strVal val="#ppt_x"/>
                                          </p:val>
                                        </p:tav>
                                      </p:tavLst>
                                    </p:anim>
                                    <p:anim calcmode="lin" valueType="num">
                                      <p:cBhvr>
                                        <p:cTn id="57" dur="500" decel="100000" fill="hold"/>
                                        <p:tgtEl>
                                          <p:spTgt spid="13"/>
                                        </p:tgtEl>
                                        <p:attrNameLst>
                                          <p:attrName>ppt_y</p:attrName>
                                        </p:attrNameLst>
                                      </p:cBhvr>
                                      <p:tavLst>
                                        <p:tav tm="0">
                                          <p:val>
                                            <p:strVal val="#ppt_y+0.04"/>
                                          </p:val>
                                        </p:tav>
                                        <p:tav tm="100000">
                                          <p:val>
                                            <p:strVal val="#ppt_y"/>
                                          </p:val>
                                        </p:tav>
                                      </p:tavLst>
                                    </p:anim>
                                  </p:childTnLst>
                                </p:cTn>
                              </p:par>
                              <p:par>
                                <p:cTn id="58" presetID="22" presetClass="entr" presetSubtype="4" fill="hold" nodeType="withEffect">
                                  <p:stCondLst>
                                    <p:cond delay="1100"/>
                                  </p:stCondLst>
                                  <p:childTnLst>
                                    <p:set>
                                      <p:cBhvr>
                                        <p:cTn id="59" dur="1" fill="hold">
                                          <p:stCondLst>
                                            <p:cond delay="0"/>
                                          </p:stCondLst>
                                        </p:cTn>
                                        <p:tgtEl>
                                          <p:spTgt spid="14"/>
                                        </p:tgtEl>
                                        <p:attrNameLst>
                                          <p:attrName>style.visibility</p:attrName>
                                        </p:attrNameLst>
                                      </p:cBhvr>
                                      <p:to>
                                        <p:strVal val="visible"/>
                                      </p:to>
                                    </p:set>
                                    <p:animEffect transition="in" filter="wipe(up)">
                                      <p:cBhvr>
                                        <p:cTn id="60" dur="650"/>
                                        <p:tgtEl>
                                          <p:spTgt spid="14"/>
                                        </p:tgtEl>
                                      </p:cBhvr>
                                    </p:animEffect>
                                  </p:childTnLst>
                                </p:cTn>
                              </p:par>
                              <p:par>
                                <p:cTn id="61" presetID="22" presetClass="entr" presetSubtype="4" fill="hold" nodeType="withEffect">
                                  <p:stCondLst>
                                    <p:cond delay="1200"/>
                                  </p:stCondLst>
                                  <p:childTnLst>
                                    <p:set>
                                      <p:cBhvr>
                                        <p:cTn id="62" dur="1" fill="hold">
                                          <p:stCondLst>
                                            <p:cond delay="0"/>
                                          </p:stCondLst>
                                        </p:cTn>
                                        <p:tgtEl>
                                          <p:spTgt spid="15"/>
                                        </p:tgtEl>
                                        <p:attrNameLst>
                                          <p:attrName>style.visibility</p:attrName>
                                        </p:attrNameLst>
                                      </p:cBhvr>
                                      <p:to>
                                        <p:strVal val="visible"/>
                                      </p:to>
                                    </p:set>
                                    <p:animEffect transition="in" filter="wipe(up)">
                                      <p:cBhvr>
                                        <p:cTn id="63" dur="650"/>
                                        <p:tgtEl>
                                          <p:spTgt spid="15"/>
                                        </p:tgtEl>
                                      </p:cBhvr>
                                    </p:animEffect>
                                  </p:childTnLst>
                                </p:cTn>
                              </p:par>
                              <p:par>
                                <p:cTn id="64" presetID="22" presetClass="entr" presetSubtype="4" fill="hold" nodeType="withEffect">
                                  <p:stCondLst>
                                    <p:cond delay="1300"/>
                                  </p:stCondLst>
                                  <p:childTnLst>
                                    <p:set>
                                      <p:cBhvr>
                                        <p:cTn id="65" dur="1" fill="hold">
                                          <p:stCondLst>
                                            <p:cond delay="0"/>
                                          </p:stCondLst>
                                        </p:cTn>
                                        <p:tgtEl>
                                          <p:spTgt spid="16"/>
                                        </p:tgtEl>
                                        <p:attrNameLst>
                                          <p:attrName>style.visibility</p:attrName>
                                        </p:attrNameLst>
                                      </p:cBhvr>
                                      <p:to>
                                        <p:strVal val="visible"/>
                                      </p:to>
                                    </p:set>
                                    <p:animEffect transition="in" filter="wipe(up)">
                                      <p:cBhvr>
                                        <p:cTn id="66" dur="650"/>
                                        <p:tgtEl>
                                          <p:spTgt spid="16"/>
                                        </p:tgtEl>
                                      </p:cBhvr>
                                    </p:animEffect>
                                  </p:childTnLst>
                                </p:cTn>
                              </p:par>
                              <p:par>
                                <p:cTn id="67" presetID="22" presetClass="entr" presetSubtype="4" fill="hold" nodeType="withEffect">
                                  <p:stCondLst>
                                    <p:cond delay="1400"/>
                                  </p:stCondLst>
                                  <p:childTnLst>
                                    <p:set>
                                      <p:cBhvr>
                                        <p:cTn id="68" dur="1" fill="hold">
                                          <p:stCondLst>
                                            <p:cond delay="0"/>
                                          </p:stCondLst>
                                        </p:cTn>
                                        <p:tgtEl>
                                          <p:spTgt spid="17"/>
                                        </p:tgtEl>
                                        <p:attrNameLst>
                                          <p:attrName>style.visibility</p:attrName>
                                        </p:attrNameLst>
                                      </p:cBhvr>
                                      <p:to>
                                        <p:strVal val="visible"/>
                                      </p:to>
                                    </p:set>
                                    <p:animEffect transition="in" filter="wipe(up)">
                                      <p:cBhvr>
                                        <p:cTn id="69" dur="650"/>
                                        <p:tgtEl>
                                          <p:spTgt spid="17"/>
                                        </p:tgtEl>
                                      </p:cBhvr>
                                    </p:animEffect>
                                  </p:childTnLst>
                                </p:cTn>
                              </p:par>
                              <p:par>
                                <p:cTn id="70" presetID="22" presetClass="entr" presetSubtype="4" fill="hold" nodeType="withEffect">
                                  <p:stCondLst>
                                    <p:cond delay="1500"/>
                                  </p:stCondLst>
                                  <p:childTnLst>
                                    <p:set>
                                      <p:cBhvr>
                                        <p:cTn id="71" dur="1" fill="hold">
                                          <p:stCondLst>
                                            <p:cond delay="0"/>
                                          </p:stCondLst>
                                        </p:cTn>
                                        <p:tgtEl>
                                          <p:spTgt spid="18"/>
                                        </p:tgtEl>
                                        <p:attrNameLst>
                                          <p:attrName>style.visibility</p:attrName>
                                        </p:attrNameLst>
                                      </p:cBhvr>
                                      <p:to>
                                        <p:strVal val="visible"/>
                                      </p:to>
                                    </p:set>
                                    <p:animEffect transition="in" filter="wipe(up)">
                                      <p:cBhvr>
                                        <p:cTn id="72" dur="650"/>
                                        <p:tgtEl>
                                          <p:spTgt spid="18"/>
                                        </p:tgtEl>
                                      </p:cBhvr>
                                    </p:animEffect>
                                  </p:childTnLst>
                                </p:cTn>
                              </p:par>
                              <p:par>
                                <p:cTn id="73" presetID="22" presetClass="entr" presetSubtype="4" fill="hold" nodeType="withEffect">
                                  <p:stCondLst>
                                    <p:cond delay="1600"/>
                                  </p:stCondLst>
                                  <p:childTnLst>
                                    <p:set>
                                      <p:cBhvr>
                                        <p:cTn id="74" dur="1" fill="hold">
                                          <p:stCondLst>
                                            <p:cond delay="0"/>
                                          </p:stCondLst>
                                        </p:cTn>
                                        <p:tgtEl>
                                          <p:spTgt spid="19"/>
                                        </p:tgtEl>
                                        <p:attrNameLst>
                                          <p:attrName>style.visibility</p:attrName>
                                        </p:attrNameLst>
                                      </p:cBhvr>
                                      <p:to>
                                        <p:strVal val="visible"/>
                                      </p:to>
                                    </p:set>
                                    <p:animEffect transition="in" filter="wipe(up)">
                                      <p:cBhvr>
                                        <p:cTn id="75" dur="650"/>
                                        <p:tgtEl>
                                          <p:spTgt spid="19"/>
                                        </p:tgtEl>
                                      </p:cBhvr>
                                    </p:animEffect>
                                  </p:childTnLst>
                                </p:cTn>
                              </p:par>
                              <p:par>
                                <p:cTn id="76" presetID="22" presetClass="entr" presetSubtype="4" fill="hold" nodeType="withEffect">
                                  <p:stCondLst>
                                    <p:cond delay="1700"/>
                                  </p:stCondLst>
                                  <p:childTnLst>
                                    <p:set>
                                      <p:cBhvr>
                                        <p:cTn id="77" dur="1" fill="hold">
                                          <p:stCondLst>
                                            <p:cond delay="0"/>
                                          </p:stCondLst>
                                        </p:cTn>
                                        <p:tgtEl>
                                          <p:spTgt spid="20"/>
                                        </p:tgtEl>
                                        <p:attrNameLst>
                                          <p:attrName>style.visibility</p:attrName>
                                        </p:attrNameLst>
                                      </p:cBhvr>
                                      <p:to>
                                        <p:strVal val="visible"/>
                                      </p:to>
                                    </p:set>
                                    <p:animEffect transition="in" filter="wipe(up)">
                                      <p:cBhvr>
                                        <p:cTn id="78" dur="650"/>
                                        <p:tgtEl>
                                          <p:spTgt spid="20"/>
                                        </p:tgtEl>
                                      </p:cBhvr>
                                    </p:animEffect>
                                  </p:childTnLst>
                                </p:cTn>
                              </p:par>
                              <p:par>
                                <p:cTn id="79" presetID="22" presetClass="entr" presetSubtype="4" fill="hold" nodeType="withEffect">
                                  <p:stCondLst>
                                    <p:cond delay="1800"/>
                                  </p:stCondLst>
                                  <p:childTnLst>
                                    <p:set>
                                      <p:cBhvr>
                                        <p:cTn id="80" dur="1" fill="hold">
                                          <p:stCondLst>
                                            <p:cond delay="0"/>
                                          </p:stCondLst>
                                        </p:cTn>
                                        <p:tgtEl>
                                          <p:spTgt spid="21"/>
                                        </p:tgtEl>
                                        <p:attrNameLst>
                                          <p:attrName>style.visibility</p:attrName>
                                        </p:attrNameLst>
                                      </p:cBhvr>
                                      <p:to>
                                        <p:strVal val="visible"/>
                                      </p:to>
                                    </p:set>
                                    <p:animEffect transition="in" filter="wipe(up)">
                                      <p:cBhvr>
                                        <p:cTn id="81" dur="650"/>
                                        <p:tgtEl>
                                          <p:spTgt spid="21"/>
                                        </p:tgtEl>
                                      </p:cBhvr>
                                    </p:animEffect>
                                  </p:childTnLst>
                                </p:cTn>
                              </p:par>
                              <p:par>
                                <p:cTn id="82" presetID="22" presetClass="entr" presetSubtype="4" fill="hold" nodeType="withEffect">
                                  <p:stCondLst>
                                    <p:cond delay="1900"/>
                                  </p:stCondLst>
                                  <p:childTnLst>
                                    <p:set>
                                      <p:cBhvr>
                                        <p:cTn id="83" dur="1" fill="hold">
                                          <p:stCondLst>
                                            <p:cond delay="0"/>
                                          </p:stCondLst>
                                        </p:cTn>
                                        <p:tgtEl>
                                          <p:spTgt spid="22"/>
                                        </p:tgtEl>
                                        <p:attrNameLst>
                                          <p:attrName>style.visibility</p:attrName>
                                        </p:attrNameLst>
                                      </p:cBhvr>
                                      <p:to>
                                        <p:strVal val="visible"/>
                                      </p:to>
                                    </p:set>
                                    <p:animEffect transition="in" filter="wipe(up)">
                                      <p:cBhvr>
                                        <p:cTn id="84" dur="650"/>
                                        <p:tgtEl>
                                          <p:spTgt spid="22"/>
                                        </p:tgtEl>
                                      </p:cBhvr>
                                    </p:animEffect>
                                  </p:childTnLst>
                                </p:cTn>
                              </p:par>
                              <p:par>
                                <p:cTn id="85" presetID="22" presetClass="entr" presetSubtype="4" fill="hold" nodeType="withEffect">
                                  <p:stCondLst>
                                    <p:cond delay="2000"/>
                                  </p:stCondLst>
                                  <p:childTnLst>
                                    <p:set>
                                      <p:cBhvr>
                                        <p:cTn id="86" dur="1" fill="hold">
                                          <p:stCondLst>
                                            <p:cond delay="0"/>
                                          </p:stCondLst>
                                        </p:cTn>
                                        <p:tgtEl>
                                          <p:spTgt spid="23"/>
                                        </p:tgtEl>
                                        <p:attrNameLst>
                                          <p:attrName>style.visibility</p:attrName>
                                        </p:attrNameLst>
                                      </p:cBhvr>
                                      <p:to>
                                        <p:strVal val="visible"/>
                                      </p:to>
                                    </p:set>
                                    <p:animEffect transition="in" filter="wipe(up)">
                                      <p:cBhvr>
                                        <p:cTn id="87" dur="650"/>
                                        <p:tgtEl>
                                          <p:spTgt spid="23"/>
                                        </p:tgtEl>
                                      </p:cBhvr>
                                    </p:animEffect>
                                  </p:childTnLst>
                                </p:cTn>
                              </p:par>
                              <p:par>
                                <p:cTn id="88" presetID="22" presetClass="entr" presetSubtype="4" fill="hold" nodeType="withEffect">
                                  <p:stCondLst>
                                    <p:cond delay="2100"/>
                                  </p:stCondLst>
                                  <p:childTnLst>
                                    <p:set>
                                      <p:cBhvr>
                                        <p:cTn id="89" dur="1" fill="hold">
                                          <p:stCondLst>
                                            <p:cond delay="0"/>
                                          </p:stCondLst>
                                        </p:cTn>
                                        <p:tgtEl>
                                          <p:spTgt spid="24"/>
                                        </p:tgtEl>
                                        <p:attrNameLst>
                                          <p:attrName>style.visibility</p:attrName>
                                        </p:attrNameLst>
                                      </p:cBhvr>
                                      <p:to>
                                        <p:strVal val="visible"/>
                                      </p:to>
                                    </p:set>
                                    <p:animEffect transition="in" filter="wipe(up)">
                                      <p:cBhvr>
                                        <p:cTn id="90" dur="650"/>
                                        <p:tgtEl>
                                          <p:spTgt spid="24"/>
                                        </p:tgtEl>
                                      </p:cBhvr>
                                    </p:animEffect>
                                  </p:childTnLst>
                                </p:cTn>
                              </p:par>
                              <p:par>
                                <p:cTn id="91" presetID="22" presetClass="entr" presetSubtype="4" fill="hold" nodeType="withEffect">
                                  <p:stCondLst>
                                    <p:cond delay="2200"/>
                                  </p:stCondLst>
                                  <p:childTnLst>
                                    <p:set>
                                      <p:cBhvr>
                                        <p:cTn id="92" dur="1" fill="hold">
                                          <p:stCondLst>
                                            <p:cond delay="0"/>
                                          </p:stCondLst>
                                        </p:cTn>
                                        <p:tgtEl>
                                          <p:spTgt spid="25"/>
                                        </p:tgtEl>
                                        <p:attrNameLst>
                                          <p:attrName>style.visibility</p:attrName>
                                        </p:attrNameLst>
                                      </p:cBhvr>
                                      <p:to>
                                        <p:strVal val="visible"/>
                                      </p:to>
                                    </p:set>
                                    <p:animEffect transition="in" filter="wipe(up)">
                                      <p:cBhvr>
                                        <p:cTn id="93" dur="650"/>
                                        <p:tgtEl>
                                          <p:spTgt spid="25"/>
                                        </p:tgtEl>
                                      </p:cBhvr>
                                    </p:animEffect>
                                  </p:childTnLst>
                                </p:cTn>
                              </p:par>
                              <p:par>
                                <p:cTn id="94" presetID="22" presetClass="entr" presetSubtype="4" fill="hold" nodeType="withEffect">
                                  <p:stCondLst>
                                    <p:cond delay="2300"/>
                                  </p:stCondLst>
                                  <p:childTnLst>
                                    <p:set>
                                      <p:cBhvr>
                                        <p:cTn id="95" dur="1" fill="hold">
                                          <p:stCondLst>
                                            <p:cond delay="0"/>
                                          </p:stCondLst>
                                        </p:cTn>
                                        <p:tgtEl>
                                          <p:spTgt spid="26"/>
                                        </p:tgtEl>
                                        <p:attrNameLst>
                                          <p:attrName>style.visibility</p:attrName>
                                        </p:attrNameLst>
                                      </p:cBhvr>
                                      <p:to>
                                        <p:strVal val="visible"/>
                                      </p:to>
                                    </p:set>
                                    <p:animEffect transition="in" filter="wipe(up)">
                                      <p:cBhvr>
                                        <p:cTn id="96" dur="650"/>
                                        <p:tgtEl>
                                          <p:spTgt spid="26"/>
                                        </p:tgtEl>
                                      </p:cBhvr>
                                    </p:animEffect>
                                  </p:childTnLst>
                                </p:cTn>
                              </p:par>
                              <p:par>
                                <p:cTn id="97" presetID="22" presetClass="entr" presetSubtype="4" fill="hold" nodeType="withEffect">
                                  <p:stCondLst>
                                    <p:cond delay="2400"/>
                                  </p:stCondLst>
                                  <p:childTnLst>
                                    <p:set>
                                      <p:cBhvr>
                                        <p:cTn id="98" dur="1" fill="hold">
                                          <p:stCondLst>
                                            <p:cond delay="0"/>
                                          </p:stCondLst>
                                        </p:cTn>
                                        <p:tgtEl>
                                          <p:spTgt spid="27"/>
                                        </p:tgtEl>
                                        <p:attrNameLst>
                                          <p:attrName>style.visibility</p:attrName>
                                        </p:attrNameLst>
                                      </p:cBhvr>
                                      <p:to>
                                        <p:strVal val="visible"/>
                                      </p:to>
                                    </p:set>
                                    <p:animEffect transition="in" filter="wipe(up)">
                                      <p:cBhvr>
                                        <p:cTn id="99" dur="650"/>
                                        <p:tgtEl>
                                          <p:spTgt spid="27"/>
                                        </p:tgtEl>
                                      </p:cBhvr>
                                    </p:animEffect>
                                  </p:childTnLst>
                                </p:cTn>
                              </p:par>
                              <p:par>
                                <p:cTn id="100" presetID="22" presetClass="entr" presetSubtype="8" fill="hold" nodeType="withEffect">
                                  <p:stCondLst>
                                    <p:cond delay="2500"/>
                                  </p:stCondLst>
                                  <p:childTnLst>
                                    <p:set>
                                      <p:cBhvr>
                                        <p:cTn id="101" dur="1" fill="hold">
                                          <p:stCondLst>
                                            <p:cond delay="0"/>
                                          </p:stCondLst>
                                        </p:cTn>
                                        <p:tgtEl>
                                          <p:spTgt spid="28"/>
                                        </p:tgtEl>
                                        <p:attrNameLst>
                                          <p:attrName>style.visibility</p:attrName>
                                        </p:attrNameLst>
                                      </p:cBhvr>
                                      <p:to>
                                        <p:strVal val="visible"/>
                                      </p:to>
                                    </p:set>
                                    <p:animEffect transition="in" filter="wipe(right)">
                                      <p:cBhvr>
                                        <p:cTn id="102" dur="650"/>
                                        <p:tgtEl>
                                          <p:spTgt spid="28"/>
                                        </p:tgtEl>
                                      </p:cBhvr>
                                    </p:animEffect>
                                  </p:childTnLst>
                                </p:cTn>
                              </p:par>
                              <p:par>
                                <p:cTn id="103" presetID="10" presetClass="entr" presetSubtype="0" fill="hold" nodeType="withEffect">
                                  <p:stCondLst>
                                    <p:cond delay="260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400"/>
                                        <p:tgtEl>
                                          <p:spTgt spid="29"/>
                                        </p:tgtEl>
                                      </p:cBhvr>
                                    </p:animEffect>
                                  </p:childTnLst>
                                </p:cTn>
                              </p:par>
                              <p:par>
                                <p:cTn id="106" presetID="10" presetClass="entr" presetSubtype="0" fill="hold" nodeType="withEffect">
                                  <p:stCondLst>
                                    <p:cond delay="2600"/>
                                  </p:stCondLst>
                                  <p:childTnLst>
                                    <p:set>
                                      <p:cBhvr>
                                        <p:cTn id="107" dur="1" fill="hold">
                                          <p:stCondLst>
                                            <p:cond delay="0"/>
                                          </p:stCondLst>
                                        </p:cTn>
                                        <p:tgtEl>
                                          <p:spTgt spid="30"/>
                                        </p:tgtEl>
                                        <p:attrNameLst>
                                          <p:attrName>style.visibility</p:attrName>
                                        </p:attrNameLst>
                                      </p:cBhvr>
                                      <p:to>
                                        <p:strVal val="visible"/>
                                      </p:to>
                                    </p:set>
                                    <p:animEffect transition="in" filter="fade">
                                      <p:cBhvr>
                                        <p:cTn id="108" dur="400"/>
                                        <p:tgtEl>
                                          <p:spTgt spid="30"/>
                                        </p:tgtEl>
                                      </p:cBhvr>
                                    </p:animEffect>
                                  </p:childTnLst>
                                </p:cTn>
                              </p:par>
                              <p:par>
                                <p:cTn id="109" presetID="42" presetClass="entr" presetSubtype="0" fill="hold" nodeType="withEffect">
                                  <p:stCondLst>
                                    <p:cond delay="270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500"/>
                                        <p:tgtEl>
                                          <p:spTgt spid="31"/>
                                        </p:tgtEl>
                                      </p:cBhvr>
                                    </p:animEffect>
                                    <p:anim calcmode="lin" valueType="num">
                                      <p:cBhvr>
                                        <p:cTn id="112" dur="500" decel="100000" fill="hold"/>
                                        <p:tgtEl>
                                          <p:spTgt spid="31"/>
                                        </p:tgtEl>
                                        <p:attrNameLst>
                                          <p:attrName>ppt_x</p:attrName>
                                        </p:attrNameLst>
                                      </p:cBhvr>
                                      <p:tavLst>
                                        <p:tav tm="0">
                                          <p:val>
                                            <p:strVal val="#ppt_x"/>
                                          </p:val>
                                        </p:tav>
                                        <p:tav tm="100000">
                                          <p:val>
                                            <p:strVal val="#ppt_x"/>
                                          </p:val>
                                        </p:tav>
                                      </p:tavLst>
                                    </p:anim>
                                    <p:anim calcmode="lin" valueType="num">
                                      <p:cBhvr>
                                        <p:cTn id="113" dur="500" decel="100000" fill="hold"/>
                                        <p:tgtEl>
                                          <p:spTgt spid="31"/>
                                        </p:tgtEl>
                                        <p:attrNameLst>
                                          <p:attrName>ppt_y</p:attrName>
                                        </p:attrNameLst>
                                      </p:cBhvr>
                                      <p:tavLst>
                                        <p:tav tm="0">
                                          <p:val>
                                            <p:strVal val="#ppt_y+0.04"/>
                                          </p:val>
                                        </p:tav>
                                        <p:tav tm="100000">
                                          <p:val>
                                            <p:strVal val="#ppt_y"/>
                                          </p:val>
                                        </p:tav>
                                      </p:tavLst>
                                    </p:anim>
                                  </p:childTnLst>
                                </p:cTn>
                              </p:par>
                              <p:par>
                                <p:cTn id="114" presetID="10" presetClass="entr" presetSubtype="0" fill="hold" nodeType="withEffect">
                                  <p:stCondLst>
                                    <p:cond delay="2800"/>
                                  </p:stCondLst>
                                  <p:childTnLst>
                                    <p:set>
                                      <p:cBhvr>
                                        <p:cTn id="115" dur="1" fill="hold">
                                          <p:stCondLst>
                                            <p:cond delay="0"/>
                                          </p:stCondLst>
                                        </p:cTn>
                                        <p:tgtEl>
                                          <p:spTgt spid="32"/>
                                        </p:tgtEl>
                                        <p:attrNameLst>
                                          <p:attrName>style.visibility</p:attrName>
                                        </p:attrNameLst>
                                      </p:cBhvr>
                                      <p:to>
                                        <p:strVal val="visible"/>
                                      </p:to>
                                    </p:set>
                                    <p:animEffect transition="in" filter="fade">
                                      <p:cBhvr>
                                        <p:cTn id="116" dur="450"/>
                                        <p:tgtEl>
                                          <p:spTgt spid="32"/>
                                        </p:tgtEl>
                                      </p:cBhvr>
                                    </p:animEffect>
                                  </p:childTnLst>
                                </p:cTn>
                              </p:par>
                              <p:par>
                                <p:cTn id="117" presetID="42" presetClass="entr" presetSubtype="0" fill="hold" nodeType="withEffect">
                                  <p:stCondLst>
                                    <p:cond delay="290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500"/>
                                        <p:tgtEl>
                                          <p:spTgt spid="33"/>
                                        </p:tgtEl>
                                      </p:cBhvr>
                                    </p:animEffect>
                                    <p:anim calcmode="lin" valueType="num">
                                      <p:cBhvr>
                                        <p:cTn id="120" dur="500" decel="100000" fill="hold"/>
                                        <p:tgtEl>
                                          <p:spTgt spid="33"/>
                                        </p:tgtEl>
                                        <p:attrNameLst>
                                          <p:attrName>ppt_x</p:attrName>
                                        </p:attrNameLst>
                                      </p:cBhvr>
                                      <p:tavLst>
                                        <p:tav tm="0">
                                          <p:val>
                                            <p:strVal val="#ppt_x"/>
                                          </p:val>
                                        </p:tav>
                                        <p:tav tm="100000">
                                          <p:val>
                                            <p:strVal val="#ppt_x"/>
                                          </p:val>
                                        </p:tav>
                                      </p:tavLst>
                                    </p:anim>
                                    <p:anim calcmode="lin" valueType="num">
                                      <p:cBhvr>
                                        <p:cTn id="121" dur="500" decel="100000" fill="hold"/>
                                        <p:tgtEl>
                                          <p:spTgt spid="33"/>
                                        </p:tgtEl>
                                        <p:attrNameLst>
                                          <p:attrName>ppt_y</p:attrName>
                                        </p:attrNameLst>
                                      </p:cBhvr>
                                      <p:tavLst>
                                        <p:tav tm="0">
                                          <p:val>
                                            <p:strVal val="#ppt_y+0.04"/>
                                          </p:val>
                                        </p:tav>
                                        <p:tav tm="100000">
                                          <p:val>
                                            <p:strVal val="#ppt_y"/>
                                          </p:val>
                                        </p:tav>
                                      </p:tavLst>
                                    </p:anim>
                                  </p:childTnLst>
                                </p:cTn>
                              </p:par>
                              <p:par>
                                <p:cTn id="122" presetID="10" presetClass="entr" presetSubtype="0" fill="hold" nodeType="withEffect">
                                  <p:stCondLst>
                                    <p:cond delay="300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450"/>
                                        <p:tgtEl>
                                          <p:spTgt spid="34"/>
                                        </p:tgtEl>
                                      </p:cBhvr>
                                    </p:animEffect>
                                  </p:childTnLst>
                                </p:cTn>
                              </p:par>
                              <p:par>
                                <p:cTn id="125" presetID="42" presetClass="entr" presetSubtype="0" fill="hold" nodeType="withEffect">
                                  <p:stCondLst>
                                    <p:cond delay="310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500"/>
                                        <p:tgtEl>
                                          <p:spTgt spid="35"/>
                                        </p:tgtEl>
                                      </p:cBhvr>
                                    </p:animEffect>
                                    <p:anim calcmode="lin" valueType="num">
                                      <p:cBhvr>
                                        <p:cTn id="128" dur="500" decel="100000" fill="hold"/>
                                        <p:tgtEl>
                                          <p:spTgt spid="35"/>
                                        </p:tgtEl>
                                        <p:attrNameLst>
                                          <p:attrName>ppt_x</p:attrName>
                                        </p:attrNameLst>
                                      </p:cBhvr>
                                      <p:tavLst>
                                        <p:tav tm="0">
                                          <p:val>
                                            <p:strVal val="#ppt_x"/>
                                          </p:val>
                                        </p:tav>
                                        <p:tav tm="100000">
                                          <p:val>
                                            <p:strVal val="#ppt_x"/>
                                          </p:val>
                                        </p:tav>
                                      </p:tavLst>
                                    </p:anim>
                                    <p:anim calcmode="lin" valueType="num">
                                      <p:cBhvr>
                                        <p:cTn id="129" dur="500" decel="100000" fill="hold"/>
                                        <p:tgtEl>
                                          <p:spTgt spid="35"/>
                                        </p:tgtEl>
                                        <p:attrNameLst>
                                          <p:attrName>ppt_y</p:attrName>
                                        </p:attrNameLst>
                                      </p:cBhvr>
                                      <p:tavLst>
                                        <p:tav tm="0">
                                          <p:val>
                                            <p:strVal val="#ppt_y+0.04"/>
                                          </p:val>
                                        </p:tav>
                                        <p:tav tm="100000">
                                          <p:val>
                                            <p:strVal val="#ppt_y"/>
                                          </p:val>
                                        </p:tav>
                                      </p:tavLst>
                                    </p:anim>
                                  </p:childTnLst>
                                </p:cTn>
                              </p:par>
                              <p:par>
                                <p:cTn id="130" presetID="42" presetClass="entr" presetSubtype="0" fill="hold" nodeType="withEffect">
                                  <p:stCondLst>
                                    <p:cond delay="3200"/>
                                  </p:stCondLst>
                                  <p:childTnLst>
                                    <p:set>
                                      <p:cBhvr>
                                        <p:cTn id="131" dur="1" fill="hold">
                                          <p:stCondLst>
                                            <p:cond delay="0"/>
                                          </p:stCondLst>
                                        </p:cTn>
                                        <p:tgtEl>
                                          <p:spTgt spid="36"/>
                                        </p:tgtEl>
                                        <p:attrNameLst>
                                          <p:attrName>style.visibility</p:attrName>
                                        </p:attrNameLst>
                                      </p:cBhvr>
                                      <p:to>
                                        <p:strVal val="visible"/>
                                      </p:to>
                                    </p:set>
                                    <p:animEffect transition="in" filter="fade">
                                      <p:cBhvr>
                                        <p:cTn id="132" dur="500"/>
                                        <p:tgtEl>
                                          <p:spTgt spid="36"/>
                                        </p:tgtEl>
                                      </p:cBhvr>
                                    </p:animEffect>
                                    <p:anim calcmode="lin" valueType="num">
                                      <p:cBhvr>
                                        <p:cTn id="133" dur="500" decel="100000" fill="hold"/>
                                        <p:tgtEl>
                                          <p:spTgt spid="36"/>
                                        </p:tgtEl>
                                        <p:attrNameLst>
                                          <p:attrName>ppt_x</p:attrName>
                                        </p:attrNameLst>
                                      </p:cBhvr>
                                      <p:tavLst>
                                        <p:tav tm="0">
                                          <p:val>
                                            <p:strVal val="#ppt_x"/>
                                          </p:val>
                                        </p:tav>
                                        <p:tav tm="100000">
                                          <p:val>
                                            <p:strVal val="#ppt_x"/>
                                          </p:val>
                                        </p:tav>
                                      </p:tavLst>
                                    </p:anim>
                                    <p:anim calcmode="lin" valueType="num">
                                      <p:cBhvr>
                                        <p:cTn id="134" dur="500" decel="100000" fill="hold"/>
                                        <p:tgtEl>
                                          <p:spTgt spid="3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3898900" y="1206500"/>
            <a:ext cx="7569200" cy="279400"/>
          </a:xfrm>
          <a:prstGeom prst="rect">
            <a:avLst/>
          </a:prstGeom>
        </p:spPr>
      </p:pic>
      <p:pic>
        <p:nvPicPr>
          <p:cNvPr id="4" name="Picture 3" descr="image.jpg"/>
          <p:cNvPicPr>
            <a:picLocks noChangeAspect="1"/>
          </p:cNvPicPr>
          <p:nvPr/>
        </p:nvPicPr>
        <p:blipFill>
          <a:blip r:embed="rId4"/>
          <a:stretch>
            <a:fillRect/>
          </a:stretch>
        </p:blipFill>
        <p:spPr>
          <a:xfrm>
            <a:off x="3898900" y="1371600"/>
            <a:ext cx="698500" cy="279400"/>
          </a:xfrm>
          <a:prstGeom prst="rect">
            <a:avLst/>
          </a:prstGeom>
        </p:spPr>
      </p:pic>
      <p:pic>
        <p:nvPicPr>
          <p:cNvPr id="5" name="Picture 4" descr="image.jpg"/>
          <p:cNvPicPr>
            <a:picLocks noChangeAspect="1"/>
          </p:cNvPicPr>
          <p:nvPr/>
        </p:nvPicPr>
        <p:blipFill>
          <a:blip r:embed="rId5"/>
          <a:stretch>
            <a:fillRect/>
          </a:stretch>
        </p:blipFill>
        <p:spPr>
          <a:xfrm>
            <a:off x="4521200" y="1371600"/>
            <a:ext cx="698500" cy="279400"/>
          </a:xfrm>
          <a:prstGeom prst="rect">
            <a:avLst/>
          </a:prstGeom>
        </p:spPr>
      </p:pic>
      <p:pic>
        <p:nvPicPr>
          <p:cNvPr id="6" name="Picture 5" descr="image.jpg"/>
          <p:cNvPicPr>
            <a:picLocks noChangeAspect="1"/>
          </p:cNvPicPr>
          <p:nvPr/>
        </p:nvPicPr>
        <p:blipFill>
          <a:blip r:embed="rId6"/>
          <a:stretch>
            <a:fillRect/>
          </a:stretch>
        </p:blipFill>
        <p:spPr>
          <a:xfrm>
            <a:off x="5149850" y="1371600"/>
            <a:ext cx="698500" cy="279400"/>
          </a:xfrm>
          <a:prstGeom prst="rect">
            <a:avLst/>
          </a:prstGeom>
        </p:spPr>
      </p:pic>
      <p:pic>
        <p:nvPicPr>
          <p:cNvPr id="7" name="Picture 6" descr="image.jpg"/>
          <p:cNvPicPr>
            <a:picLocks noChangeAspect="1"/>
          </p:cNvPicPr>
          <p:nvPr/>
        </p:nvPicPr>
        <p:blipFill>
          <a:blip r:embed="rId7"/>
          <a:stretch>
            <a:fillRect/>
          </a:stretch>
        </p:blipFill>
        <p:spPr>
          <a:xfrm>
            <a:off x="5772150" y="1371600"/>
            <a:ext cx="698500" cy="279400"/>
          </a:xfrm>
          <a:prstGeom prst="rect">
            <a:avLst/>
          </a:prstGeom>
        </p:spPr>
      </p:pic>
      <p:pic>
        <p:nvPicPr>
          <p:cNvPr id="8" name="Picture 7" descr="image.jpg"/>
          <p:cNvPicPr>
            <a:picLocks noChangeAspect="1"/>
          </p:cNvPicPr>
          <p:nvPr/>
        </p:nvPicPr>
        <p:blipFill>
          <a:blip r:embed="rId8"/>
          <a:stretch>
            <a:fillRect/>
          </a:stretch>
        </p:blipFill>
        <p:spPr>
          <a:xfrm>
            <a:off x="6394450" y="1371600"/>
            <a:ext cx="698500" cy="279400"/>
          </a:xfrm>
          <a:prstGeom prst="rect">
            <a:avLst/>
          </a:prstGeom>
        </p:spPr>
      </p:pic>
      <p:pic>
        <p:nvPicPr>
          <p:cNvPr id="9" name="Picture 8" descr="image.jpg"/>
          <p:cNvPicPr>
            <a:picLocks noChangeAspect="1"/>
          </p:cNvPicPr>
          <p:nvPr/>
        </p:nvPicPr>
        <p:blipFill>
          <a:blip r:embed="rId9"/>
          <a:stretch>
            <a:fillRect/>
          </a:stretch>
        </p:blipFill>
        <p:spPr>
          <a:xfrm>
            <a:off x="7023100" y="1371600"/>
            <a:ext cx="698500" cy="279400"/>
          </a:xfrm>
          <a:prstGeom prst="rect">
            <a:avLst/>
          </a:prstGeom>
        </p:spPr>
      </p:pic>
      <p:pic>
        <p:nvPicPr>
          <p:cNvPr id="10" name="Picture 9" descr="image.jpg"/>
          <p:cNvPicPr>
            <a:picLocks noChangeAspect="1"/>
          </p:cNvPicPr>
          <p:nvPr/>
        </p:nvPicPr>
        <p:blipFill>
          <a:blip r:embed="rId10"/>
          <a:stretch>
            <a:fillRect/>
          </a:stretch>
        </p:blipFill>
        <p:spPr>
          <a:xfrm>
            <a:off x="7645400" y="1371600"/>
            <a:ext cx="698500" cy="279400"/>
          </a:xfrm>
          <a:prstGeom prst="rect">
            <a:avLst/>
          </a:prstGeom>
        </p:spPr>
      </p:pic>
      <p:pic>
        <p:nvPicPr>
          <p:cNvPr id="11" name="Picture 10" descr="image.jpg"/>
          <p:cNvPicPr>
            <a:picLocks noChangeAspect="1"/>
          </p:cNvPicPr>
          <p:nvPr/>
        </p:nvPicPr>
        <p:blipFill>
          <a:blip r:embed="rId11"/>
          <a:stretch>
            <a:fillRect/>
          </a:stretch>
        </p:blipFill>
        <p:spPr>
          <a:xfrm>
            <a:off x="8267700" y="1371600"/>
            <a:ext cx="698500" cy="279400"/>
          </a:xfrm>
          <a:prstGeom prst="rect">
            <a:avLst/>
          </a:prstGeom>
        </p:spPr>
      </p:pic>
      <p:pic>
        <p:nvPicPr>
          <p:cNvPr id="12" name="Picture 11" descr="image.jpg"/>
          <p:cNvPicPr>
            <a:picLocks noChangeAspect="1"/>
          </p:cNvPicPr>
          <p:nvPr/>
        </p:nvPicPr>
        <p:blipFill>
          <a:blip r:embed="rId12"/>
          <a:stretch>
            <a:fillRect/>
          </a:stretch>
        </p:blipFill>
        <p:spPr>
          <a:xfrm>
            <a:off x="8896350" y="1371600"/>
            <a:ext cx="698500" cy="279400"/>
          </a:xfrm>
          <a:prstGeom prst="rect">
            <a:avLst/>
          </a:prstGeom>
        </p:spPr>
      </p:pic>
      <p:pic>
        <p:nvPicPr>
          <p:cNvPr id="13" name="Picture 12" descr="image.jpg"/>
          <p:cNvPicPr>
            <a:picLocks noChangeAspect="1"/>
          </p:cNvPicPr>
          <p:nvPr/>
        </p:nvPicPr>
        <p:blipFill>
          <a:blip r:embed="rId13"/>
          <a:stretch>
            <a:fillRect/>
          </a:stretch>
        </p:blipFill>
        <p:spPr>
          <a:xfrm>
            <a:off x="9518650" y="1371600"/>
            <a:ext cx="698500" cy="279400"/>
          </a:xfrm>
          <a:prstGeom prst="rect">
            <a:avLst/>
          </a:prstGeom>
        </p:spPr>
      </p:pic>
      <p:pic>
        <p:nvPicPr>
          <p:cNvPr id="14" name="Picture 13" descr="image.jpg"/>
          <p:cNvPicPr>
            <a:picLocks noChangeAspect="1"/>
          </p:cNvPicPr>
          <p:nvPr/>
        </p:nvPicPr>
        <p:blipFill>
          <a:blip r:embed="rId14"/>
          <a:stretch>
            <a:fillRect/>
          </a:stretch>
        </p:blipFill>
        <p:spPr>
          <a:xfrm>
            <a:off x="10140950" y="1371600"/>
            <a:ext cx="698500" cy="279400"/>
          </a:xfrm>
          <a:prstGeom prst="rect">
            <a:avLst/>
          </a:prstGeom>
        </p:spPr>
      </p:pic>
      <p:pic>
        <p:nvPicPr>
          <p:cNvPr id="15" name="Picture 14" descr="image.jpg"/>
          <p:cNvPicPr>
            <a:picLocks noChangeAspect="1"/>
          </p:cNvPicPr>
          <p:nvPr/>
        </p:nvPicPr>
        <p:blipFill>
          <a:blip r:embed="rId15"/>
          <a:stretch>
            <a:fillRect/>
          </a:stretch>
        </p:blipFill>
        <p:spPr>
          <a:xfrm>
            <a:off x="10769600" y="1371600"/>
            <a:ext cx="698500" cy="279400"/>
          </a:xfrm>
          <a:prstGeom prst="rect">
            <a:avLst/>
          </a:prstGeom>
        </p:spPr>
      </p:pic>
      <p:pic>
        <p:nvPicPr>
          <p:cNvPr id="16" name="Picture 15" descr="image.jpg"/>
          <p:cNvPicPr>
            <a:picLocks noChangeAspect="1"/>
          </p:cNvPicPr>
          <p:nvPr/>
        </p:nvPicPr>
        <p:blipFill>
          <a:blip r:embed="rId16"/>
          <a:stretch>
            <a:fillRect/>
          </a:stretch>
        </p:blipFill>
        <p:spPr>
          <a:xfrm>
            <a:off x="673100" y="1600200"/>
            <a:ext cx="3251200" cy="279400"/>
          </a:xfrm>
          <a:prstGeom prst="rect">
            <a:avLst/>
          </a:prstGeom>
        </p:spPr>
      </p:pic>
      <p:pic>
        <p:nvPicPr>
          <p:cNvPr id="17" name="Picture 16" descr="image.jpg"/>
          <p:cNvPicPr>
            <a:picLocks noChangeAspect="1"/>
          </p:cNvPicPr>
          <p:nvPr/>
        </p:nvPicPr>
        <p:blipFill>
          <a:blip r:embed="rId17"/>
          <a:stretch>
            <a:fillRect/>
          </a:stretch>
        </p:blipFill>
        <p:spPr>
          <a:xfrm>
            <a:off x="3898900" y="1663700"/>
            <a:ext cx="1949450" cy="177800"/>
          </a:xfrm>
          <a:prstGeom prst="rect">
            <a:avLst/>
          </a:prstGeom>
        </p:spPr>
      </p:pic>
      <p:pic>
        <p:nvPicPr>
          <p:cNvPr id="18" name="Picture 17" descr="image.jpg"/>
          <p:cNvPicPr>
            <a:picLocks noChangeAspect="1"/>
          </p:cNvPicPr>
          <p:nvPr/>
        </p:nvPicPr>
        <p:blipFill>
          <a:blip r:embed="rId18"/>
          <a:stretch>
            <a:fillRect/>
          </a:stretch>
        </p:blipFill>
        <p:spPr>
          <a:xfrm>
            <a:off x="673100" y="1797050"/>
            <a:ext cx="3251200" cy="279400"/>
          </a:xfrm>
          <a:prstGeom prst="rect">
            <a:avLst/>
          </a:prstGeom>
        </p:spPr>
      </p:pic>
      <p:pic>
        <p:nvPicPr>
          <p:cNvPr id="19" name="Picture 18" descr="image.jpg"/>
          <p:cNvPicPr>
            <a:picLocks noChangeAspect="1"/>
          </p:cNvPicPr>
          <p:nvPr/>
        </p:nvPicPr>
        <p:blipFill>
          <a:blip r:embed="rId19"/>
          <a:stretch>
            <a:fillRect/>
          </a:stretch>
        </p:blipFill>
        <p:spPr>
          <a:xfrm>
            <a:off x="3924300" y="1847850"/>
            <a:ext cx="1276350" cy="203200"/>
          </a:xfrm>
          <a:prstGeom prst="rect">
            <a:avLst/>
          </a:prstGeom>
        </p:spPr>
      </p:pic>
      <p:pic>
        <p:nvPicPr>
          <p:cNvPr id="20" name="Picture 19" descr="image.jpg"/>
          <p:cNvPicPr>
            <a:picLocks noChangeAspect="1"/>
          </p:cNvPicPr>
          <p:nvPr/>
        </p:nvPicPr>
        <p:blipFill>
          <a:blip r:embed="rId20"/>
          <a:stretch>
            <a:fillRect/>
          </a:stretch>
        </p:blipFill>
        <p:spPr>
          <a:xfrm>
            <a:off x="673100" y="1993900"/>
            <a:ext cx="3251200" cy="279400"/>
          </a:xfrm>
          <a:prstGeom prst="rect">
            <a:avLst/>
          </a:prstGeom>
        </p:spPr>
      </p:pic>
      <p:pic>
        <p:nvPicPr>
          <p:cNvPr id="21" name="Picture 20" descr="image.jpg"/>
          <p:cNvPicPr>
            <a:picLocks noChangeAspect="1"/>
          </p:cNvPicPr>
          <p:nvPr/>
        </p:nvPicPr>
        <p:blipFill>
          <a:blip r:embed="rId21"/>
          <a:stretch>
            <a:fillRect/>
          </a:stretch>
        </p:blipFill>
        <p:spPr>
          <a:xfrm>
            <a:off x="4546600" y="2044700"/>
            <a:ext cx="1276350" cy="203200"/>
          </a:xfrm>
          <a:prstGeom prst="rect">
            <a:avLst/>
          </a:prstGeom>
        </p:spPr>
      </p:pic>
      <p:pic>
        <p:nvPicPr>
          <p:cNvPr id="22" name="Picture 21" descr="image.jpg"/>
          <p:cNvPicPr>
            <a:picLocks noChangeAspect="1"/>
          </p:cNvPicPr>
          <p:nvPr/>
        </p:nvPicPr>
        <p:blipFill>
          <a:blip r:embed="rId22"/>
          <a:stretch>
            <a:fillRect/>
          </a:stretch>
        </p:blipFill>
        <p:spPr>
          <a:xfrm>
            <a:off x="673100" y="2190750"/>
            <a:ext cx="3251200" cy="279400"/>
          </a:xfrm>
          <a:prstGeom prst="rect">
            <a:avLst/>
          </a:prstGeom>
        </p:spPr>
      </p:pic>
      <p:pic>
        <p:nvPicPr>
          <p:cNvPr id="23" name="Picture 22" descr="image.jpg"/>
          <p:cNvPicPr>
            <a:picLocks noChangeAspect="1"/>
          </p:cNvPicPr>
          <p:nvPr/>
        </p:nvPicPr>
        <p:blipFill>
          <a:blip r:embed="rId21"/>
          <a:stretch>
            <a:fillRect/>
          </a:stretch>
        </p:blipFill>
        <p:spPr>
          <a:xfrm>
            <a:off x="4546600" y="2241550"/>
            <a:ext cx="1276350" cy="203200"/>
          </a:xfrm>
          <a:prstGeom prst="rect">
            <a:avLst/>
          </a:prstGeom>
        </p:spPr>
      </p:pic>
      <p:pic>
        <p:nvPicPr>
          <p:cNvPr id="24" name="Picture 23" descr="image.jpg"/>
          <p:cNvPicPr>
            <a:picLocks noChangeAspect="1"/>
          </p:cNvPicPr>
          <p:nvPr/>
        </p:nvPicPr>
        <p:blipFill>
          <a:blip r:embed="rId23"/>
          <a:stretch>
            <a:fillRect/>
          </a:stretch>
        </p:blipFill>
        <p:spPr>
          <a:xfrm>
            <a:off x="673100" y="2387600"/>
            <a:ext cx="3251200" cy="279400"/>
          </a:xfrm>
          <a:prstGeom prst="rect">
            <a:avLst/>
          </a:prstGeom>
        </p:spPr>
      </p:pic>
      <p:pic>
        <p:nvPicPr>
          <p:cNvPr id="25" name="Picture 24" descr="image.jpg"/>
          <p:cNvPicPr>
            <a:picLocks noChangeAspect="1"/>
          </p:cNvPicPr>
          <p:nvPr/>
        </p:nvPicPr>
        <p:blipFill>
          <a:blip r:embed="rId24"/>
          <a:stretch>
            <a:fillRect/>
          </a:stretch>
        </p:blipFill>
        <p:spPr>
          <a:xfrm>
            <a:off x="5175250" y="2438400"/>
            <a:ext cx="647700" cy="203200"/>
          </a:xfrm>
          <a:prstGeom prst="rect">
            <a:avLst/>
          </a:prstGeom>
        </p:spPr>
      </p:pic>
      <p:pic>
        <p:nvPicPr>
          <p:cNvPr id="26" name="Picture 25" descr="image.jpg"/>
          <p:cNvPicPr>
            <a:picLocks noChangeAspect="1"/>
          </p:cNvPicPr>
          <p:nvPr/>
        </p:nvPicPr>
        <p:blipFill>
          <a:blip r:embed="rId25"/>
          <a:stretch>
            <a:fillRect/>
          </a:stretch>
        </p:blipFill>
        <p:spPr>
          <a:xfrm>
            <a:off x="673100" y="2584450"/>
            <a:ext cx="3251200" cy="279400"/>
          </a:xfrm>
          <a:prstGeom prst="rect">
            <a:avLst/>
          </a:prstGeom>
        </p:spPr>
      </p:pic>
      <p:pic>
        <p:nvPicPr>
          <p:cNvPr id="27" name="Picture 26" descr="image.jpg"/>
          <p:cNvPicPr>
            <a:picLocks noChangeAspect="1"/>
          </p:cNvPicPr>
          <p:nvPr/>
        </p:nvPicPr>
        <p:blipFill>
          <a:blip r:embed="rId26"/>
          <a:stretch>
            <a:fillRect/>
          </a:stretch>
        </p:blipFill>
        <p:spPr>
          <a:xfrm>
            <a:off x="5149850" y="2647950"/>
            <a:ext cx="2571750" cy="177800"/>
          </a:xfrm>
          <a:prstGeom prst="rect">
            <a:avLst/>
          </a:prstGeom>
        </p:spPr>
      </p:pic>
      <p:pic>
        <p:nvPicPr>
          <p:cNvPr id="28" name="Picture 27" descr="image.jpg"/>
          <p:cNvPicPr>
            <a:picLocks noChangeAspect="1"/>
          </p:cNvPicPr>
          <p:nvPr/>
        </p:nvPicPr>
        <p:blipFill>
          <a:blip r:embed="rId27"/>
          <a:stretch>
            <a:fillRect/>
          </a:stretch>
        </p:blipFill>
        <p:spPr>
          <a:xfrm>
            <a:off x="673100" y="2781300"/>
            <a:ext cx="3251200" cy="279400"/>
          </a:xfrm>
          <a:prstGeom prst="rect">
            <a:avLst/>
          </a:prstGeom>
        </p:spPr>
      </p:pic>
      <p:pic>
        <p:nvPicPr>
          <p:cNvPr id="29" name="Picture 28" descr="image.jpg"/>
          <p:cNvPicPr>
            <a:picLocks noChangeAspect="1"/>
          </p:cNvPicPr>
          <p:nvPr/>
        </p:nvPicPr>
        <p:blipFill>
          <a:blip r:embed="rId28"/>
          <a:stretch>
            <a:fillRect/>
          </a:stretch>
        </p:blipFill>
        <p:spPr>
          <a:xfrm>
            <a:off x="5175250" y="2832100"/>
            <a:ext cx="1276350" cy="203200"/>
          </a:xfrm>
          <a:prstGeom prst="rect">
            <a:avLst/>
          </a:prstGeom>
        </p:spPr>
      </p:pic>
      <p:pic>
        <p:nvPicPr>
          <p:cNvPr id="30" name="Picture 29" descr="image.jpg"/>
          <p:cNvPicPr>
            <a:picLocks noChangeAspect="1"/>
          </p:cNvPicPr>
          <p:nvPr/>
        </p:nvPicPr>
        <p:blipFill>
          <a:blip r:embed="rId29"/>
          <a:stretch>
            <a:fillRect/>
          </a:stretch>
        </p:blipFill>
        <p:spPr>
          <a:xfrm>
            <a:off x="673100" y="2978150"/>
            <a:ext cx="3251200" cy="279400"/>
          </a:xfrm>
          <a:prstGeom prst="rect">
            <a:avLst/>
          </a:prstGeom>
        </p:spPr>
      </p:pic>
      <p:pic>
        <p:nvPicPr>
          <p:cNvPr id="31" name="Picture 30" descr="image.jpg"/>
          <p:cNvPicPr>
            <a:picLocks noChangeAspect="1"/>
          </p:cNvPicPr>
          <p:nvPr/>
        </p:nvPicPr>
        <p:blipFill>
          <a:blip r:embed="rId30"/>
          <a:stretch>
            <a:fillRect/>
          </a:stretch>
        </p:blipFill>
        <p:spPr>
          <a:xfrm>
            <a:off x="5797550" y="3028950"/>
            <a:ext cx="1276350" cy="203200"/>
          </a:xfrm>
          <a:prstGeom prst="rect">
            <a:avLst/>
          </a:prstGeom>
        </p:spPr>
      </p:pic>
      <p:pic>
        <p:nvPicPr>
          <p:cNvPr id="32" name="Picture 31" descr="image.jpg"/>
          <p:cNvPicPr>
            <a:picLocks noChangeAspect="1"/>
          </p:cNvPicPr>
          <p:nvPr/>
        </p:nvPicPr>
        <p:blipFill>
          <a:blip r:embed="rId31"/>
          <a:stretch>
            <a:fillRect/>
          </a:stretch>
        </p:blipFill>
        <p:spPr>
          <a:xfrm>
            <a:off x="673100" y="3175000"/>
            <a:ext cx="3251200" cy="279400"/>
          </a:xfrm>
          <a:prstGeom prst="rect">
            <a:avLst/>
          </a:prstGeom>
        </p:spPr>
      </p:pic>
      <p:pic>
        <p:nvPicPr>
          <p:cNvPr id="33" name="Picture 32" descr="image.jpg"/>
          <p:cNvPicPr>
            <a:picLocks noChangeAspect="1"/>
          </p:cNvPicPr>
          <p:nvPr/>
        </p:nvPicPr>
        <p:blipFill>
          <a:blip r:embed="rId30"/>
          <a:stretch>
            <a:fillRect/>
          </a:stretch>
        </p:blipFill>
        <p:spPr>
          <a:xfrm>
            <a:off x="5797550" y="3225800"/>
            <a:ext cx="1276350" cy="203200"/>
          </a:xfrm>
          <a:prstGeom prst="rect">
            <a:avLst/>
          </a:prstGeom>
        </p:spPr>
      </p:pic>
      <p:pic>
        <p:nvPicPr>
          <p:cNvPr id="34" name="Picture 33" descr="image.jpg"/>
          <p:cNvPicPr>
            <a:picLocks noChangeAspect="1"/>
          </p:cNvPicPr>
          <p:nvPr/>
        </p:nvPicPr>
        <p:blipFill>
          <a:blip r:embed="rId32"/>
          <a:stretch>
            <a:fillRect/>
          </a:stretch>
        </p:blipFill>
        <p:spPr>
          <a:xfrm>
            <a:off x="673100" y="3371850"/>
            <a:ext cx="3251200" cy="279400"/>
          </a:xfrm>
          <a:prstGeom prst="rect">
            <a:avLst/>
          </a:prstGeom>
        </p:spPr>
      </p:pic>
      <p:pic>
        <p:nvPicPr>
          <p:cNvPr id="35" name="Picture 34" descr="image.jpg"/>
          <p:cNvPicPr>
            <a:picLocks noChangeAspect="1"/>
          </p:cNvPicPr>
          <p:nvPr/>
        </p:nvPicPr>
        <p:blipFill>
          <a:blip r:embed="rId33"/>
          <a:stretch>
            <a:fillRect/>
          </a:stretch>
        </p:blipFill>
        <p:spPr>
          <a:xfrm>
            <a:off x="6419850" y="3422650"/>
            <a:ext cx="1276350" cy="203200"/>
          </a:xfrm>
          <a:prstGeom prst="rect">
            <a:avLst/>
          </a:prstGeom>
        </p:spPr>
      </p:pic>
      <p:pic>
        <p:nvPicPr>
          <p:cNvPr id="36" name="Picture 35" descr="image.jpg"/>
          <p:cNvPicPr>
            <a:picLocks noChangeAspect="1"/>
          </p:cNvPicPr>
          <p:nvPr/>
        </p:nvPicPr>
        <p:blipFill>
          <a:blip r:embed="rId34"/>
          <a:stretch>
            <a:fillRect/>
          </a:stretch>
        </p:blipFill>
        <p:spPr>
          <a:xfrm>
            <a:off x="673100" y="3568700"/>
            <a:ext cx="3251200" cy="279400"/>
          </a:xfrm>
          <a:prstGeom prst="rect">
            <a:avLst/>
          </a:prstGeom>
        </p:spPr>
      </p:pic>
      <p:pic>
        <p:nvPicPr>
          <p:cNvPr id="37" name="Picture 36" descr="image.jpg"/>
          <p:cNvPicPr>
            <a:picLocks noChangeAspect="1"/>
          </p:cNvPicPr>
          <p:nvPr/>
        </p:nvPicPr>
        <p:blipFill>
          <a:blip r:embed="rId35"/>
          <a:stretch>
            <a:fillRect/>
          </a:stretch>
        </p:blipFill>
        <p:spPr>
          <a:xfrm>
            <a:off x="7023100" y="3632200"/>
            <a:ext cx="2571750" cy="177800"/>
          </a:xfrm>
          <a:prstGeom prst="rect">
            <a:avLst/>
          </a:prstGeom>
        </p:spPr>
      </p:pic>
      <p:pic>
        <p:nvPicPr>
          <p:cNvPr id="38" name="Picture 37" descr="image.jpg"/>
          <p:cNvPicPr>
            <a:picLocks noChangeAspect="1"/>
          </p:cNvPicPr>
          <p:nvPr/>
        </p:nvPicPr>
        <p:blipFill>
          <a:blip r:embed="rId36"/>
          <a:stretch>
            <a:fillRect/>
          </a:stretch>
        </p:blipFill>
        <p:spPr>
          <a:xfrm>
            <a:off x="673100" y="3765550"/>
            <a:ext cx="3251200" cy="279400"/>
          </a:xfrm>
          <a:prstGeom prst="rect">
            <a:avLst/>
          </a:prstGeom>
        </p:spPr>
      </p:pic>
      <p:pic>
        <p:nvPicPr>
          <p:cNvPr id="39" name="Picture 38" descr="image.jpg"/>
          <p:cNvPicPr>
            <a:picLocks noChangeAspect="1"/>
          </p:cNvPicPr>
          <p:nvPr/>
        </p:nvPicPr>
        <p:blipFill>
          <a:blip r:embed="rId37"/>
          <a:stretch>
            <a:fillRect/>
          </a:stretch>
        </p:blipFill>
        <p:spPr>
          <a:xfrm>
            <a:off x="7048500" y="3816350"/>
            <a:ext cx="1276350" cy="203200"/>
          </a:xfrm>
          <a:prstGeom prst="rect">
            <a:avLst/>
          </a:prstGeom>
        </p:spPr>
      </p:pic>
      <p:pic>
        <p:nvPicPr>
          <p:cNvPr id="40" name="Picture 39" descr="image.jpg"/>
          <p:cNvPicPr>
            <a:picLocks noChangeAspect="1"/>
          </p:cNvPicPr>
          <p:nvPr/>
        </p:nvPicPr>
        <p:blipFill>
          <a:blip r:embed="rId38"/>
          <a:stretch>
            <a:fillRect/>
          </a:stretch>
        </p:blipFill>
        <p:spPr>
          <a:xfrm>
            <a:off x="673100" y="3962400"/>
            <a:ext cx="3251200" cy="279400"/>
          </a:xfrm>
          <a:prstGeom prst="rect">
            <a:avLst/>
          </a:prstGeom>
        </p:spPr>
      </p:pic>
      <p:pic>
        <p:nvPicPr>
          <p:cNvPr id="41" name="Picture 40" descr="image.jpg"/>
          <p:cNvPicPr>
            <a:picLocks noChangeAspect="1"/>
          </p:cNvPicPr>
          <p:nvPr/>
        </p:nvPicPr>
        <p:blipFill>
          <a:blip r:embed="rId39"/>
          <a:stretch>
            <a:fillRect/>
          </a:stretch>
        </p:blipFill>
        <p:spPr>
          <a:xfrm>
            <a:off x="7670800" y="4013200"/>
            <a:ext cx="1276350" cy="203200"/>
          </a:xfrm>
          <a:prstGeom prst="rect">
            <a:avLst/>
          </a:prstGeom>
        </p:spPr>
      </p:pic>
      <p:pic>
        <p:nvPicPr>
          <p:cNvPr id="42" name="Picture 41" descr="image.jpg"/>
          <p:cNvPicPr>
            <a:picLocks noChangeAspect="1"/>
          </p:cNvPicPr>
          <p:nvPr/>
        </p:nvPicPr>
        <p:blipFill>
          <a:blip r:embed="rId40"/>
          <a:stretch>
            <a:fillRect/>
          </a:stretch>
        </p:blipFill>
        <p:spPr>
          <a:xfrm>
            <a:off x="673100" y="4159250"/>
            <a:ext cx="3251200" cy="279400"/>
          </a:xfrm>
          <a:prstGeom prst="rect">
            <a:avLst/>
          </a:prstGeom>
        </p:spPr>
      </p:pic>
      <p:pic>
        <p:nvPicPr>
          <p:cNvPr id="43" name="Picture 42" descr="image.jpg"/>
          <p:cNvPicPr>
            <a:picLocks noChangeAspect="1"/>
          </p:cNvPicPr>
          <p:nvPr/>
        </p:nvPicPr>
        <p:blipFill>
          <a:blip r:embed="rId39"/>
          <a:stretch>
            <a:fillRect/>
          </a:stretch>
        </p:blipFill>
        <p:spPr>
          <a:xfrm>
            <a:off x="7670800" y="4210050"/>
            <a:ext cx="1276350" cy="203200"/>
          </a:xfrm>
          <a:prstGeom prst="rect">
            <a:avLst/>
          </a:prstGeom>
        </p:spPr>
      </p:pic>
      <p:pic>
        <p:nvPicPr>
          <p:cNvPr id="44" name="Picture 43" descr="image.jpg"/>
          <p:cNvPicPr>
            <a:picLocks noChangeAspect="1"/>
          </p:cNvPicPr>
          <p:nvPr/>
        </p:nvPicPr>
        <p:blipFill>
          <a:blip r:embed="rId41"/>
          <a:stretch>
            <a:fillRect/>
          </a:stretch>
        </p:blipFill>
        <p:spPr>
          <a:xfrm>
            <a:off x="673100" y="4356100"/>
            <a:ext cx="3251200" cy="279400"/>
          </a:xfrm>
          <a:prstGeom prst="rect">
            <a:avLst/>
          </a:prstGeom>
        </p:spPr>
      </p:pic>
      <p:pic>
        <p:nvPicPr>
          <p:cNvPr id="45" name="Picture 44" descr="image.jpg"/>
          <p:cNvPicPr>
            <a:picLocks noChangeAspect="1"/>
          </p:cNvPicPr>
          <p:nvPr/>
        </p:nvPicPr>
        <p:blipFill>
          <a:blip r:embed="rId42"/>
          <a:stretch>
            <a:fillRect/>
          </a:stretch>
        </p:blipFill>
        <p:spPr>
          <a:xfrm>
            <a:off x="8293100" y="4406900"/>
            <a:ext cx="1276350" cy="203200"/>
          </a:xfrm>
          <a:prstGeom prst="rect">
            <a:avLst/>
          </a:prstGeom>
        </p:spPr>
      </p:pic>
      <p:pic>
        <p:nvPicPr>
          <p:cNvPr id="46" name="Picture 45" descr="image.jpg"/>
          <p:cNvPicPr>
            <a:picLocks noChangeAspect="1"/>
          </p:cNvPicPr>
          <p:nvPr/>
        </p:nvPicPr>
        <p:blipFill>
          <a:blip r:embed="rId43"/>
          <a:stretch>
            <a:fillRect/>
          </a:stretch>
        </p:blipFill>
        <p:spPr>
          <a:xfrm>
            <a:off x="673100" y="4552950"/>
            <a:ext cx="3251200" cy="279400"/>
          </a:xfrm>
          <a:prstGeom prst="rect">
            <a:avLst/>
          </a:prstGeom>
        </p:spPr>
      </p:pic>
      <p:pic>
        <p:nvPicPr>
          <p:cNvPr id="47" name="Picture 46" descr="image.jpg"/>
          <p:cNvPicPr>
            <a:picLocks noChangeAspect="1"/>
          </p:cNvPicPr>
          <p:nvPr/>
        </p:nvPicPr>
        <p:blipFill>
          <a:blip r:embed="rId44"/>
          <a:stretch>
            <a:fillRect/>
          </a:stretch>
        </p:blipFill>
        <p:spPr>
          <a:xfrm>
            <a:off x="8896350" y="4616450"/>
            <a:ext cx="2571750" cy="177800"/>
          </a:xfrm>
          <a:prstGeom prst="rect">
            <a:avLst/>
          </a:prstGeom>
        </p:spPr>
      </p:pic>
      <p:pic>
        <p:nvPicPr>
          <p:cNvPr id="48" name="Picture 47" descr="image.jpg"/>
          <p:cNvPicPr>
            <a:picLocks noChangeAspect="1"/>
          </p:cNvPicPr>
          <p:nvPr/>
        </p:nvPicPr>
        <p:blipFill>
          <a:blip r:embed="rId45"/>
          <a:stretch>
            <a:fillRect/>
          </a:stretch>
        </p:blipFill>
        <p:spPr>
          <a:xfrm>
            <a:off x="673100" y="4749800"/>
            <a:ext cx="3251200" cy="279400"/>
          </a:xfrm>
          <a:prstGeom prst="rect">
            <a:avLst/>
          </a:prstGeom>
        </p:spPr>
      </p:pic>
      <p:pic>
        <p:nvPicPr>
          <p:cNvPr id="49" name="Picture 48" descr="image.jpg"/>
          <p:cNvPicPr>
            <a:picLocks noChangeAspect="1"/>
          </p:cNvPicPr>
          <p:nvPr/>
        </p:nvPicPr>
        <p:blipFill>
          <a:blip r:embed="rId46"/>
          <a:stretch>
            <a:fillRect/>
          </a:stretch>
        </p:blipFill>
        <p:spPr>
          <a:xfrm>
            <a:off x="8921750" y="4800600"/>
            <a:ext cx="1898650" cy="203200"/>
          </a:xfrm>
          <a:prstGeom prst="rect">
            <a:avLst/>
          </a:prstGeom>
        </p:spPr>
      </p:pic>
      <p:pic>
        <p:nvPicPr>
          <p:cNvPr id="50" name="Picture 49" descr="image.jpg"/>
          <p:cNvPicPr>
            <a:picLocks noChangeAspect="1"/>
          </p:cNvPicPr>
          <p:nvPr/>
        </p:nvPicPr>
        <p:blipFill>
          <a:blip r:embed="rId47"/>
          <a:stretch>
            <a:fillRect/>
          </a:stretch>
        </p:blipFill>
        <p:spPr>
          <a:xfrm>
            <a:off x="673100" y="4946650"/>
            <a:ext cx="3251200" cy="279400"/>
          </a:xfrm>
          <a:prstGeom prst="rect">
            <a:avLst/>
          </a:prstGeom>
        </p:spPr>
      </p:pic>
      <p:pic>
        <p:nvPicPr>
          <p:cNvPr id="51" name="Picture 50" descr="image.jpg"/>
          <p:cNvPicPr>
            <a:picLocks noChangeAspect="1"/>
          </p:cNvPicPr>
          <p:nvPr/>
        </p:nvPicPr>
        <p:blipFill>
          <a:blip r:embed="rId48"/>
          <a:stretch>
            <a:fillRect/>
          </a:stretch>
        </p:blipFill>
        <p:spPr>
          <a:xfrm>
            <a:off x="9544050" y="4997450"/>
            <a:ext cx="1276350" cy="203200"/>
          </a:xfrm>
          <a:prstGeom prst="rect">
            <a:avLst/>
          </a:prstGeom>
        </p:spPr>
      </p:pic>
      <p:pic>
        <p:nvPicPr>
          <p:cNvPr id="52" name="Picture 51" descr="image.jpg"/>
          <p:cNvPicPr>
            <a:picLocks noChangeAspect="1"/>
          </p:cNvPicPr>
          <p:nvPr/>
        </p:nvPicPr>
        <p:blipFill>
          <a:blip r:embed="rId49"/>
          <a:stretch>
            <a:fillRect/>
          </a:stretch>
        </p:blipFill>
        <p:spPr>
          <a:xfrm>
            <a:off x="673100" y="5143500"/>
            <a:ext cx="3251200" cy="279400"/>
          </a:xfrm>
          <a:prstGeom prst="rect">
            <a:avLst/>
          </a:prstGeom>
        </p:spPr>
      </p:pic>
      <p:pic>
        <p:nvPicPr>
          <p:cNvPr id="53" name="Picture 52" descr="image.jpg"/>
          <p:cNvPicPr>
            <a:picLocks noChangeAspect="1"/>
          </p:cNvPicPr>
          <p:nvPr/>
        </p:nvPicPr>
        <p:blipFill>
          <a:blip r:embed="rId50"/>
          <a:stretch>
            <a:fillRect/>
          </a:stretch>
        </p:blipFill>
        <p:spPr>
          <a:xfrm>
            <a:off x="9544050" y="5194300"/>
            <a:ext cx="1898650" cy="203200"/>
          </a:xfrm>
          <a:prstGeom prst="rect">
            <a:avLst/>
          </a:prstGeom>
        </p:spPr>
      </p:pic>
      <p:pic>
        <p:nvPicPr>
          <p:cNvPr id="54" name="Picture 53" descr="image.jpg"/>
          <p:cNvPicPr>
            <a:picLocks noChangeAspect="1"/>
          </p:cNvPicPr>
          <p:nvPr/>
        </p:nvPicPr>
        <p:blipFill>
          <a:blip r:embed="rId51"/>
          <a:stretch>
            <a:fillRect/>
          </a:stretch>
        </p:blipFill>
        <p:spPr>
          <a:xfrm>
            <a:off x="673100" y="5340350"/>
            <a:ext cx="3251200" cy="279400"/>
          </a:xfrm>
          <a:prstGeom prst="rect">
            <a:avLst/>
          </a:prstGeom>
        </p:spPr>
      </p:pic>
      <p:pic>
        <p:nvPicPr>
          <p:cNvPr id="55" name="Picture 54" descr="image.jpg"/>
          <p:cNvPicPr>
            <a:picLocks noChangeAspect="1"/>
          </p:cNvPicPr>
          <p:nvPr/>
        </p:nvPicPr>
        <p:blipFill>
          <a:blip r:embed="rId52"/>
          <a:stretch>
            <a:fillRect/>
          </a:stretch>
        </p:blipFill>
        <p:spPr>
          <a:xfrm>
            <a:off x="10166350" y="5391150"/>
            <a:ext cx="1276350" cy="203200"/>
          </a:xfrm>
          <a:prstGeom prst="rect">
            <a:avLst/>
          </a:prstGeom>
        </p:spPr>
      </p:pic>
      <p:pic>
        <p:nvPicPr>
          <p:cNvPr id="56" name="Picture 55" descr="image.jpg"/>
          <p:cNvPicPr>
            <a:picLocks noChangeAspect="1"/>
          </p:cNvPicPr>
          <p:nvPr/>
        </p:nvPicPr>
        <p:blipFill>
          <a:blip r:embed="rId53"/>
          <a:stretch>
            <a:fillRect/>
          </a:stretch>
        </p:blipFill>
        <p:spPr>
          <a:xfrm>
            <a:off x="5981700" y="5651500"/>
            <a:ext cx="279400" cy="279400"/>
          </a:xfrm>
          <a:prstGeom prst="rect">
            <a:avLst/>
          </a:prstGeom>
        </p:spPr>
      </p:pic>
      <p:pic>
        <p:nvPicPr>
          <p:cNvPr id="57" name="Picture 56" descr="image.jpg"/>
          <p:cNvPicPr>
            <a:picLocks noChangeAspect="1"/>
          </p:cNvPicPr>
          <p:nvPr/>
        </p:nvPicPr>
        <p:blipFill>
          <a:blip r:embed="rId54"/>
          <a:stretch>
            <a:fillRect/>
          </a:stretch>
        </p:blipFill>
        <p:spPr>
          <a:xfrm>
            <a:off x="5384800" y="5880100"/>
            <a:ext cx="1473200" cy="279400"/>
          </a:xfrm>
          <a:prstGeom prst="rect">
            <a:avLst/>
          </a:prstGeom>
        </p:spPr>
      </p:pic>
      <p:pic>
        <p:nvPicPr>
          <p:cNvPr id="58" name="Picture 57" descr="image.jpg"/>
          <p:cNvPicPr>
            <a:picLocks noChangeAspect="1"/>
          </p:cNvPicPr>
          <p:nvPr/>
        </p:nvPicPr>
        <p:blipFill>
          <a:blip r:embed="rId53"/>
          <a:stretch>
            <a:fillRect/>
          </a:stretch>
        </p:blipFill>
        <p:spPr>
          <a:xfrm>
            <a:off x="8483600" y="5651500"/>
            <a:ext cx="279400" cy="279400"/>
          </a:xfrm>
          <a:prstGeom prst="rect">
            <a:avLst/>
          </a:prstGeom>
        </p:spPr>
      </p:pic>
      <p:pic>
        <p:nvPicPr>
          <p:cNvPr id="59" name="Picture 58" descr="image.jpg"/>
          <p:cNvPicPr>
            <a:picLocks noChangeAspect="1"/>
          </p:cNvPicPr>
          <p:nvPr/>
        </p:nvPicPr>
        <p:blipFill>
          <a:blip r:embed="rId55"/>
          <a:stretch>
            <a:fillRect/>
          </a:stretch>
        </p:blipFill>
        <p:spPr>
          <a:xfrm>
            <a:off x="7886700" y="5880100"/>
            <a:ext cx="1473200" cy="279400"/>
          </a:xfrm>
          <a:prstGeom prst="rect">
            <a:avLst/>
          </a:prstGeom>
        </p:spPr>
      </p:pic>
      <p:pic>
        <p:nvPicPr>
          <p:cNvPr id="60" name="Picture 59" descr="image.jpg"/>
          <p:cNvPicPr>
            <a:picLocks noChangeAspect="1"/>
          </p:cNvPicPr>
          <p:nvPr/>
        </p:nvPicPr>
        <p:blipFill>
          <a:blip r:embed="rId53"/>
          <a:stretch>
            <a:fillRect/>
          </a:stretch>
        </p:blipFill>
        <p:spPr>
          <a:xfrm>
            <a:off x="10979150" y="5651500"/>
            <a:ext cx="279400" cy="279400"/>
          </a:xfrm>
          <a:prstGeom prst="rect">
            <a:avLst/>
          </a:prstGeom>
        </p:spPr>
      </p:pic>
      <p:pic>
        <p:nvPicPr>
          <p:cNvPr id="61" name="Picture 60" descr="image.jpg"/>
          <p:cNvPicPr>
            <a:picLocks noChangeAspect="1"/>
          </p:cNvPicPr>
          <p:nvPr/>
        </p:nvPicPr>
        <p:blipFill>
          <a:blip r:embed="rId56"/>
          <a:stretch>
            <a:fillRect/>
          </a:stretch>
        </p:blipFill>
        <p:spPr>
          <a:xfrm>
            <a:off x="10382250" y="5880100"/>
            <a:ext cx="1473200" cy="2794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10" presetClass="entr" presetSubtype="0" fill="hold" nodeType="withEffect">
                                  <p:stCondLst>
                                    <p:cond delay="68"/>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par>
                                <p:cTn id="13" presetID="10" presetClass="entr" presetSubtype="0" fill="hold" nodeType="withEffect">
                                  <p:stCondLst>
                                    <p:cond delay="68"/>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8"/>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8"/>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8"/>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8"/>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68"/>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68"/>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68"/>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68"/>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68"/>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68"/>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42" presetClass="entr" presetSubtype="0" fill="hold" nodeType="withEffect">
                                  <p:stCondLst>
                                    <p:cond delay="136"/>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decel="100000" fill="hold"/>
                                        <p:tgtEl>
                                          <p:spTgt spid="16"/>
                                        </p:tgtEl>
                                        <p:attrNameLst>
                                          <p:attrName>ppt_x</p:attrName>
                                        </p:attrNameLst>
                                      </p:cBhvr>
                                      <p:tavLst>
                                        <p:tav tm="0">
                                          <p:val>
                                            <p:strVal val="#ppt_x"/>
                                          </p:val>
                                        </p:tav>
                                        <p:tav tm="100000">
                                          <p:val>
                                            <p:strVal val="#ppt_x"/>
                                          </p:val>
                                        </p:tav>
                                      </p:tavLst>
                                    </p:anim>
                                    <p:anim calcmode="lin" valueType="num">
                                      <p:cBhvr>
                                        <p:cTn id="50" dur="500" decel="100000" fill="hold"/>
                                        <p:tgtEl>
                                          <p:spTgt spid="16"/>
                                        </p:tgtEl>
                                        <p:attrNameLst>
                                          <p:attrName>ppt_y</p:attrName>
                                        </p:attrNameLst>
                                      </p:cBhvr>
                                      <p:tavLst>
                                        <p:tav tm="0">
                                          <p:val>
                                            <p:strVal val="#ppt_y+0.04"/>
                                          </p:val>
                                        </p:tav>
                                        <p:tav tm="100000">
                                          <p:val>
                                            <p:strVal val="#ppt_y"/>
                                          </p:val>
                                        </p:tav>
                                      </p:tavLst>
                                    </p:anim>
                                  </p:childTnLst>
                                </p:cTn>
                              </p:par>
                              <p:par>
                                <p:cTn id="51" presetID="22" presetClass="entr" presetSubtype="8" fill="hold" nodeType="withEffect">
                                  <p:stCondLst>
                                    <p:cond delay="204"/>
                                  </p:stCondLst>
                                  <p:childTnLst>
                                    <p:set>
                                      <p:cBhvr>
                                        <p:cTn id="52" dur="1" fill="hold">
                                          <p:stCondLst>
                                            <p:cond delay="0"/>
                                          </p:stCondLst>
                                        </p:cTn>
                                        <p:tgtEl>
                                          <p:spTgt spid="17"/>
                                        </p:tgtEl>
                                        <p:attrNameLst>
                                          <p:attrName>style.visibility</p:attrName>
                                        </p:attrNameLst>
                                      </p:cBhvr>
                                      <p:to>
                                        <p:strVal val="visible"/>
                                      </p:to>
                                    </p:set>
                                    <p:animEffect transition="in" filter="wipe(right)">
                                      <p:cBhvr>
                                        <p:cTn id="53" dur="650"/>
                                        <p:tgtEl>
                                          <p:spTgt spid="17"/>
                                        </p:tgtEl>
                                      </p:cBhvr>
                                    </p:animEffect>
                                  </p:childTnLst>
                                </p:cTn>
                              </p:par>
                              <p:par>
                                <p:cTn id="54" presetID="42" presetClass="entr" presetSubtype="0" fill="hold" nodeType="withEffect">
                                  <p:stCondLst>
                                    <p:cond delay="272"/>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anim calcmode="lin" valueType="num">
                                      <p:cBhvr>
                                        <p:cTn id="57" dur="500" decel="100000" fill="hold"/>
                                        <p:tgtEl>
                                          <p:spTgt spid="18"/>
                                        </p:tgtEl>
                                        <p:attrNameLst>
                                          <p:attrName>ppt_x</p:attrName>
                                        </p:attrNameLst>
                                      </p:cBhvr>
                                      <p:tavLst>
                                        <p:tav tm="0">
                                          <p:val>
                                            <p:strVal val="#ppt_x"/>
                                          </p:val>
                                        </p:tav>
                                        <p:tav tm="100000">
                                          <p:val>
                                            <p:strVal val="#ppt_x"/>
                                          </p:val>
                                        </p:tav>
                                      </p:tavLst>
                                    </p:anim>
                                    <p:anim calcmode="lin" valueType="num">
                                      <p:cBhvr>
                                        <p:cTn id="58" dur="500" decel="100000" fill="hold"/>
                                        <p:tgtEl>
                                          <p:spTgt spid="18"/>
                                        </p:tgtEl>
                                        <p:attrNameLst>
                                          <p:attrName>ppt_y</p:attrName>
                                        </p:attrNameLst>
                                      </p:cBhvr>
                                      <p:tavLst>
                                        <p:tav tm="0">
                                          <p:val>
                                            <p:strVal val="#ppt_y+0.04"/>
                                          </p:val>
                                        </p:tav>
                                        <p:tav tm="100000">
                                          <p:val>
                                            <p:strVal val="#ppt_y"/>
                                          </p:val>
                                        </p:tav>
                                      </p:tavLst>
                                    </p:anim>
                                  </p:childTnLst>
                                </p:cTn>
                              </p:par>
                              <p:par>
                                <p:cTn id="59" presetID="22" presetClass="entr" presetSubtype="8" fill="hold" nodeType="withEffect">
                                  <p:stCondLst>
                                    <p:cond delay="340"/>
                                  </p:stCondLst>
                                  <p:childTnLst>
                                    <p:set>
                                      <p:cBhvr>
                                        <p:cTn id="60" dur="1" fill="hold">
                                          <p:stCondLst>
                                            <p:cond delay="0"/>
                                          </p:stCondLst>
                                        </p:cTn>
                                        <p:tgtEl>
                                          <p:spTgt spid="19"/>
                                        </p:tgtEl>
                                        <p:attrNameLst>
                                          <p:attrName>style.visibility</p:attrName>
                                        </p:attrNameLst>
                                      </p:cBhvr>
                                      <p:to>
                                        <p:strVal val="visible"/>
                                      </p:to>
                                    </p:set>
                                    <p:animEffect transition="in" filter="wipe(right)">
                                      <p:cBhvr>
                                        <p:cTn id="61" dur="650"/>
                                        <p:tgtEl>
                                          <p:spTgt spid="19"/>
                                        </p:tgtEl>
                                      </p:cBhvr>
                                    </p:animEffect>
                                  </p:childTnLst>
                                </p:cTn>
                              </p:par>
                              <p:par>
                                <p:cTn id="62" presetID="42" presetClass="entr" presetSubtype="0" fill="hold" nodeType="withEffect">
                                  <p:stCondLst>
                                    <p:cond delay="408"/>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p:tgtEl>
                                          <p:spTgt spid="20"/>
                                        </p:tgtEl>
                                      </p:cBhvr>
                                    </p:animEffect>
                                    <p:anim calcmode="lin" valueType="num">
                                      <p:cBhvr>
                                        <p:cTn id="65" dur="500" decel="100000" fill="hold"/>
                                        <p:tgtEl>
                                          <p:spTgt spid="20"/>
                                        </p:tgtEl>
                                        <p:attrNameLst>
                                          <p:attrName>ppt_x</p:attrName>
                                        </p:attrNameLst>
                                      </p:cBhvr>
                                      <p:tavLst>
                                        <p:tav tm="0">
                                          <p:val>
                                            <p:strVal val="#ppt_x"/>
                                          </p:val>
                                        </p:tav>
                                        <p:tav tm="100000">
                                          <p:val>
                                            <p:strVal val="#ppt_x"/>
                                          </p:val>
                                        </p:tav>
                                      </p:tavLst>
                                    </p:anim>
                                    <p:anim calcmode="lin" valueType="num">
                                      <p:cBhvr>
                                        <p:cTn id="66" dur="500" decel="100000" fill="hold"/>
                                        <p:tgtEl>
                                          <p:spTgt spid="20"/>
                                        </p:tgtEl>
                                        <p:attrNameLst>
                                          <p:attrName>ppt_y</p:attrName>
                                        </p:attrNameLst>
                                      </p:cBhvr>
                                      <p:tavLst>
                                        <p:tav tm="0">
                                          <p:val>
                                            <p:strVal val="#ppt_y+0.04"/>
                                          </p:val>
                                        </p:tav>
                                        <p:tav tm="100000">
                                          <p:val>
                                            <p:strVal val="#ppt_y"/>
                                          </p:val>
                                        </p:tav>
                                      </p:tavLst>
                                    </p:anim>
                                  </p:childTnLst>
                                </p:cTn>
                              </p:par>
                              <p:par>
                                <p:cTn id="67" presetID="22" presetClass="entr" presetSubtype="8" fill="hold" nodeType="withEffect">
                                  <p:stCondLst>
                                    <p:cond delay="476"/>
                                  </p:stCondLst>
                                  <p:childTnLst>
                                    <p:set>
                                      <p:cBhvr>
                                        <p:cTn id="68" dur="1" fill="hold">
                                          <p:stCondLst>
                                            <p:cond delay="0"/>
                                          </p:stCondLst>
                                        </p:cTn>
                                        <p:tgtEl>
                                          <p:spTgt spid="21"/>
                                        </p:tgtEl>
                                        <p:attrNameLst>
                                          <p:attrName>style.visibility</p:attrName>
                                        </p:attrNameLst>
                                      </p:cBhvr>
                                      <p:to>
                                        <p:strVal val="visible"/>
                                      </p:to>
                                    </p:set>
                                    <p:animEffect transition="in" filter="wipe(right)">
                                      <p:cBhvr>
                                        <p:cTn id="69" dur="650"/>
                                        <p:tgtEl>
                                          <p:spTgt spid="21"/>
                                        </p:tgtEl>
                                      </p:cBhvr>
                                    </p:animEffect>
                                  </p:childTnLst>
                                </p:cTn>
                              </p:par>
                              <p:par>
                                <p:cTn id="70" presetID="42" presetClass="entr" presetSubtype="0" fill="hold" nodeType="withEffect">
                                  <p:stCondLst>
                                    <p:cond delay="544"/>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500"/>
                                        <p:tgtEl>
                                          <p:spTgt spid="22"/>
                                        </p:tgtEl>
                                      </p:cBhvr>
                                    </p:animEffect>
                                    <p:anim calcmode="lin" valueType="num">
                                      <p:cBhvr>
                                        <p:cTn id="73" dur="500" decel="100000" fill="hold"/>
                                        <p:tgtEl>
                                          <p:spTgt spid="22"/>
                                        </p:tgtEl>
                                        <p:attrNameLst>
                                          <p:attrName>ppt_x</p:attrName>
                                        </p:attrNameLst>
                                      </p:cBhvr>
                                      <p:tavLst>
                                        <p:tav tm="0">
                                          <p:val>
                                            <p:strVal val="#ppt_x"/>
                                          </p:val>
                                        </p:tav>
                                        <p:tav tm="100000">
                                          <p:val>
                                            <p:strVal val="#ppt_x"/>
                                          </p:val>
                                        </p:tav>
                                      </p:tavLst>
                                    </p:anim>
                                    <p:anim calcmode="lin" valueType="num">
                                      <p:cBhvr>
                                        <p:cTn id="74" dur="500" decel="100000" fill="hold"/>
                                        <p:tgtEl>
                                          <p:spTgt spid="22"/>
                                        </p:tgtEl>
                                        <p:attrNameLst>
                                          <p:attrName>ppt_y</p:attrName>
                                        </p:attrNameLst>
                                      </p:cBhvr>
                                      <p:tavLst>
                                        <p:tav tm="0">
                                          <p:val>
                                            <p:strVal val="#ppt_y+0.04"/>
                                          </p:val>
                                        </p:tav>
                                        <p:tav tm="100000">
                                          <p:val>
                                            <p:strVal val="#ppt_y"/>
                                          </p:val>
                                        </p:tav>
                                      </p:tavLst>
                                    </p:anim>
                                  </p:childTnLst>
                                </p:cTn>
                              </p:par>
                              <p:par>
                                <p:cTn id="75" presetID="22" presetClass="entr" presetSubtype="8" fill="hold" nodeType="withEffect">
                                  <p:stCondLst>
                                    <p:cond delay="612"/>
                                  </p:stCondLst>
                                  <p:childTnLst>
                                    <p:set>
                                      <p:cBhvr>
                                        <p:cTn id="76" dur="1" fill="hold">
                                          <p:stCondLst>
                                            <p:cond delay="0"/>
                                          </p:stCondLst>
                                        </p:cTn>
                                        <p:tgtEl>
                                          <p:spTgt spid="23"/>
                                        </p:tgtEl>
                                        <p:attrNameLst>
                                          <p:attrName>style.visibility</p:attrName>
                                        </p:attrNameLst>
                                      </p:cBhvr>
                                      <p:to>
                                        <p:strVal val="visible"/>
                                      </p:to>
                                    </p:set>
                                    <p:animEffect transition="in" filter="wipe(right)">
                                      <p:cBhvr>
                                        <p:cTn id="77" dur="650"/>
                                        <p:tgtEl>
                                          <p:spTgt spid="23"/>
                                        </p:tgtEl>
                                      </p:cBhvr>
                                    </p:animEffect>
                                  </p:childTnLst>
                                </p:cTn>
                              </p:par>
                              <p:par>
                                <p:cTn id="78" presetID="42" presetClass="entr" presetSubtype="0" fill="hold" nodeType="withEffect">
                                  <p:stCondLst>
                                    <p:cond delay="68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500"/>
                                        <p:tgtEl>
                                          <p:spTgt spid="24"/>
                                        </p:tgtEl>
                                      </p:cBhvr>
                                    </p:animEffect>
                                    <p:anim calcmode="lin" valueType="num">
                                      <p:cBhvr>
                                        <p:cTn id="81" dur="500" decel="100000" fill="hold"/>
                                        <p:tgtEl>
                                          <p:spTgt spid="24"/>
                                        </p:tgtEl>
                                        <p:attrNameLst>
                                          <p:attrName>ppt_x</p:attrName>
                                        </p:attrNameLst>
                                      </p:cBhvr>
                                      <p:tavLst>
                                        <p:tav tm="0">
                                          <p:val>
                                            <p:strVal val="#ppt_x"/>
                                          </p:val>
                                        </p:tav>
                                        <p:tav tm="100000">
                                          <p:val>
                                            <p:strVal val="#ppt_x"/>
                                          </p:val>
                                        </p:tav>
                                      </p:tavLst>
                                    </p:anim>
                                    <p:anim calcmode="lin" valueType="num">
                                      <p:cBhvr>
                                        <p:cTn id="82" dur="500" decel="100000" fill="hold"/>
                                        <p:tgtEl>
                                          <p:spTgt spid="24"/>
                                        </p:tgtEl>
                                        <p:attrNameLst>
                                          <p:attrName>ppt_y</p:attrName>
                                        </p:attrNameLst>
                                      </p:cBhvr>
                                      <p:tavLst>
                                        <p:tav tm="0">
                                          <p:val>
                                            <p:strVal val="#ppt_y+0.04"/>
                                          </p:val>
                                        </p:tav>
                                        <p:tav tm="100000">
                                          <p:val>
                                            <p:strVal val="#ppt_y"/>
                                          </p:val>
                                        </p:tav>
                                      </p:tavLst>
                                    </p:anim>
                                  </p:childTnLst>
                                </p:cTn>
                              </p:par>
                              <p:par>
                                <p:cTn id="83" presetID="22" presetClass="entr" presetSubtype="8" fill="hold" nodeType="withEffect">
                                  <p:stCondLst>
                                    <p:cond delay="748"/>
                                  </p:stCondLst>
                                  <p:childTnLst>
                                    <p:set>
                                      <p:cBhvr>
                                        <p:cTn id="84" dur="1" fill="hold">
                                          <p:stCondLst>
                                            <p:cond delay="0"/>
                                          </p:stCondLst>
                                        </p:cTn>
                                        <p:tgtEl>
                                          <p:spTgt spid="25"/>
                                        </p:tgtEl>
                                        <p:attrNameLst>
                                          <p:attrName>style.visibility</p:attrName>
                                        </p:attrNameLst>
                                      </p:cBhvr>
                                      <p:to>
                                        <p:strVal val="visible"/>
                                      </p:to>
                                    </p:set>
                                    <p:animEffect transition="in" filter="wipe(right)">
                                      <p:cBhvr>
                                        <p:cTn id="85" dur="650"/>
                                        <p:tgtEl>
                                          <p:spTgt spid="25"/>
                                        </p:tgtEl>
                                      </p:cBhvr>
                                    </p:animEffect>
                                  </p:childTnLst>
                                </p:cTn>
                              </p:par>
                              <p:par>
                                <p:cTn id="86" presetID="42" presetClass="entr" presetSubtype="0" fill="hold" nodeType="withEffect">
                                  <p:stCondLst>
                                    <p:cond delay="816"/>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500"/>
                                        <p:tgtEl>
                                          <p:spTgt spid="26"/>
                                        </p:tgtEl>
                                      </p:cBhvr>
                                    </p:animEffect>
                                    <p:anim calcmode="lin" valueType="num">
                                      <p:cBhvr>
                                        <p:cTn id="89" dur="500" decel="100000" fill="hold"/>
                                        <p:tgtEl>
                                          <p:spTgt spid="26"/>
                                        </p:tgtEl>
                                        <p:attrNameLst>
                                          <p:attrName>ppt_x</p:attrName>
                                        </p:attrNameLst>
                                      </p:cBhvr>
                                      <p:tavLst>
                                        <p:tav tm="0">
                                          <p:val>
                                            <p:strVal val="#ppt_x"/>
                                          </p:val>
                                        </p:tav>
                                        <p:tav tm="100000">
                                          <p:val>
                                            <p:strVal val="#ppt_x"/>
                                          </p:val>
                                        </p:tav>
                                      </p:tavLst>
                                    </p:anim>
                                    <p:anim calcmode="lin" valueType="num">
                                      <p:cBhvr>
                                        <p:cTn id="90" dur="500" decel="100000" fill="hold"/>
                                        <p:tgtEl>
                                          <p:spTgt spid="26"/>
                                        </p:tgtEl>
                                        <p:attrNameLst>
                                          <p:attrName>ppt_y</p:attrName>
                                        </p:attrNameLst>
                                      </p:cBhvr>
                                      <p:tavLst>
                                        <p:tav tm="0">
                                          <p:val>
                                            <p:strVal val="#ppt_y+0.04"/>
                                          </p:val>
                                        </p:tav>
                                        <p:tav tm="100000">
                                          <p:val>
                                            <p:strVal val="#ppt_y"/>
                                          </p:val>
                                        </p:tav>
                                      </p:tavLst>
                                    </p:anim>
                                  </p:childTnLst>
                                </p:cTn>
                              </p:par>
                              <p:par>
                                <p:cTn id="91" presetID="22" presetClass="entr" presetSubtype="8" fill="hold" nodeType="withEffect">
                                  <p:stCondLst>
                                    <p:cond delay="884"/>
                                  </p:stCondLst>
                                  <p:childTnLst>
                                    <p:set>
                                      <p:cBhvr>
                                        <p:cTn id="92" dur="1" fill="hold">
                                          <p:stCondLst>
                                            <p:cond delay="0"/>
                                          </p:stCondLst>
                                        </p:cTn>
                                        <p:tgtEl>
                                          <p:spTgt spid="27"/>
                                        </p:tgtEl>
                                        <p:attrNameLst>
                                          <p:attrName>style.visibility</p:attrName>
                                        </p:attrNameLst>
                                      </p:cBhvr>
                                      <p:to>
                                        <p:strVal val="visible"/>
                                      </p:to>
                                    </p:set>
                                    <p:animEffect transition="in" filter="wipe(right)">
                                      <p:cBhvr>
                                        <p:cTn id="93" dur="650"/>
                                        <p:tgtEl>
                                          <p:spTgt spid="27"/>
                                        </p:tgtEl>
                                      </p:cBhvr>
                                    </p:animEffect>
                                  </p:childTnLst>
                                </p:cTn>
                              </p:par>
                              <p:par>
                                <p:cTn id="94" presetID="42" presetClass="entr" presetSubtype="0" fill="hold" nodeType="withEffect">
                                  <p:stCondLst>
                                    <p:cond delay="952"/>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500"/>
                                        <p:tgtEl>
                                          <p:spTgt spid="28"/>
                                        </p:tgtEl>
                                      </p:cBhvr>
                                    </p:animEffect>
                                    <p:anim calcmode="lin" valueType="num">
                                      <p:cBhvr>
                                        <p:cTn id="97" dur="500" decel="100000" fill="hold"/>
                                        <p:tgtEl>
                                          <p:spTgt spid="28"/>
                                        </p:tgtEl>
                                        <p:attrNameLst>
                                          <p:attrName>ppt_x</p:attrName>
                                        </p:attrNameLst>
                                      </p:cBhvr>
                                      <p:tavLst>
                                        <p:tav tm="0">
                                          <p:val>
                                            <p:strVal val="#ppt_x"/>
                                          </p:val>
                                        </p:tav>
                                        <p:tav tm="100000">
                                          <p:val>
                                            <p:strVal val="#ppt_x"/>
                                          </p:val>
                                        </p:tav>
                                      </p:tavLst>
                                    </p:anim>
                                    <p:anim calcmode="lin" valueType="num">
                                      <p:cBhvr>
                                        <p:cTn id="98" dur="500" decel="100000" fill="hold"/>
                                        <p:tgtEl>
                                          <p:spTgt spid="28"/>
                                        </p:tgtEl>
                                        <p:attrNameLst>
                                          <p:attrName>ppt_y</p:attrName>
                                        </p:attrNameLst>
                                      </p:cBhvr>
                                      <p:tavLst>
                                        <p:tav tm="0">
                                          <p:val>
                                            <p:strVal val="#ppt_y+0.04"/>
                                          </p:val>
                                        </p:tav>
                                        <p:tav tm="100000">
                                          <p:val>
                                            <p:strVal val="#ppt_y"/>
                                          </p:val>
                                        </p:tav>
                                      </p:tavLst>
                                    </p:anim>
                                  </p:childTnLst>
                                </p:cTn>
                              </p:par>
                              <p:par>
                                <p:cTn id="99" presetID="22" presetClass="entr" presetSubtype="8" fill="hold" nodeType="withEffect">
                                  <p:stCondLst>
                                    <p:cond delay="1020"/>
                                  </p:stCondLst>
                                  <p:childTnLst>
                                    <p:set>
                                      <p:cBhvr>
                                        <p:cTn id="100" dur="1" fill="hold">
                                          <p:stCondLst>
                                            <p:cond delay="0"/>
                                          </p:stCondLst>
                                        </p:cTn>
                                        <p:tgtEl>
                                          <p:spTgt spid="29"/>
                                        </p:tgtEl>
                                        <p:attrNameLst>
                                          <p:attrName>style.visibility</p:attrName>
                                        </p:attrNameLst>
                                      </p:cBhvr>
                                      <p:to>
                                        <p:strVal val="visible"/>
                                      </p:to>
                                    </p:set>
                                    <p:animEffect transition="in" filter="wipe(right)">
                                      <p:cBhvr>
                                        <p:cTn id="101" dur="650"/>
                                        <p:tgtEl>
                                          <p:spTgt spid="29"/>
                                        </p:tgtEl>
                                      </p:cBhvr>
                                    </p:animEffect>
                                  </p:childTnLst>
                                </p:cTn>
                              </p:par>
                              <p:par>
                                <p:cTn id="102" presetID="42" presetClass="entr" presetSubtype="0" fill="hold" nodeType="withEffect">
                                  <p:stCondLst>
                                    <p:cond delay="1088"/>
                                  </p:stCondLst>
                                  <p:childTnLst>
                                    <p:set>
                                      <p:cBhvr>
                                        <p:cTn id="103" dur="1" fill="hold">
                                          <p:stCondLst>
                                            <p:cond delay="0"/>
                                          </p:stCondLst>
                                        </p:cTn>
                                        <p:tgtEl>
                                          <p:spTgt spid="30"/>
                                        </p:tgtEl>
                                        <p:attrNameLst>
                                          <p:attrName>style.visibility</p:attrName>
                                        </p:attrNameLst>
                                      </p:cBhvr>
                                      <p:to>
                                        <p:strVal val="visible"/>
                                      </p:to>
                                    </p:set>
                                    <p:animEffect transition="in" filter="fade">
                                      <p:cBhvr>
                                        <p:cTn id="104" dur="500"/>
                                        <p:tgtEl>
                                          <p:spTgt spid="30"/>
                                        </p:tgtEl>
                                      </p:cBhvr>
                                    </p:animEffect>
                                    <p:anim calcmode="lin" valueType="num">
                                      <p:cBhvr>
                                        <p:cTn id="105" dur="500" decel="100000" fill="hold"/>
                                        <p:tgtEl>
                                          <p:spTgt spid="30"/>
                                        </p:tgtEl>
                                        <p:attrNameLst>
                                          <p:attrName>ppt_x</p:attrName>
                                        </p:attrNameLst>
                                      </p:cBhvr>
                                      <p:tavLst>
                                        <p:tav tm="0">
                                          <p:val>
                                            <p:strVal val="#ppt_x"/>
                                          </p:val>
                                        </p:tav>
                                        <p:tav tm="100000">
                                          <p:val>
                                            <p:strVal val="#ppt_x"/>
                                          </p:val>
                                        </p:tav>
                                      </p:tavLst>
                                    </p:anim>
                                    <p:anim calcmode="lin" valueType="num">
                                      <p:cBhvr>
                                        <p:cTn id="106" dur="500" decel="100000" fill="hold"/>
                                        <p:tgtEl>
                                          <p:spTgt spid="30"/>
                                        </p:tgtEl>
                                        <p:attrNameLst>
                                          <p:attrName>ppt_y</p:attrName>
                                        </p:attrNameLst>
                                      </p:cBhvr>
                                      <p:tavLst>
                                        <p:tav tm="0">
                                          <p:val>
                                            <p:strVal val="#ppt_y+0.04"/>
                                          </p:val>
                                        </p:tav>
                                        <p:tav tm="100000">
                                          <p:val>
                                            <p:strVal val="#ppt_y"/>
                                          </p:val>
                                        </p:tav>
                                      </p:tavLst>
                                    </p:anim>
                                  </p:childTnLst>
                                </p:cTn>
                              </p:par>
                              <p:par>
                                <p:cTn id="107" presetID="22" presetClass="entr" presetSubtype="8" fill="hold" nodeType="withEffect">
                                  <p:stCondLst>
                                    <p:cond delay="1156"/>
                                  </p:stCondLst>
                                  <p:childTnLst>
                                    <p:set>
                                      <p:cBhvr>
                                        <p:cTn id="108" dur="1" fill="hold">
                                          <p:stCondLst>
                                            <p:cond delay="0"/>
                                          </p:stCondLst>
                                        </p:cTn>
                                        <p:tgtEl>
                                          <p:spTgt spid="31"/>
                                        </p:tgtEl>
                                        <p:attrNameLst>
                                          <p:attrName>style.visibility</p:attrName>
                                        </p:attrNameLst>
                                      </p:cBhvr>
                                      <p:to>
                                        <p:strVal val="visible"/>
                                      </p:to>
                                    </p:set>
                                    <p:animEffect transition="in" filter="wipe(right)">
                                      <p:cBhvr>
                                        <p:cTn id="109" dur="650"/>
                                        <p:tgtEl>
                                          <p:spTgt spid="31"/>
                                        </p:tgtEl>
                                      </p:cBhvr>
                                    </p:animEffect>
                                  </p:childTnLst>
                                </p:cTn>
                              </p:par>
                              <p:par>
                                <p:cTn id="110" presetID="42" presetClass="entr" presetSubtype="0" fill="hold" nodeType="withEffect">
                                  <p:stCondLst>
                                    <p:cond delay="1224"/>
                                  </p:stCondLst>
                                  <p:childTnLst>
                                    <p:set>
                                      <p:cBhvr>
                                        <p:cTn id="111" dur="1" fill="hold">
                                          <p:stCondLst>
                                            <p:cond delay="0"/>
                                          </p:stCondLst>
                                        </p:cTn>
                                        <p:tgtEl>
                                          <p:spTgt spid="32"/>
                                        </p:tgtEl>
                                        <p:attrNameLst>
                                          <p:attrName>style.visibility</p:attrName>
                                        </p:attrNameLst>
                                      </p:cBhvr>
                                      <p:to>
                                        <p:strVal val="visible"/>
                                      </p:to>
                                    </p:set>
                                    <p:animEffect transition="in" filter="fade">
                                      <p:cBhvr>
                                        <p:cTn id="112" dur="500"/>
                                        <p:tgtEl>
                                          <p:spTgt spid="32"/>
                                        </p:tgtEl>
                                      </p:cBhvr>
                                    </p:animEffect>
                                    <p:anim calcmode="lin" valueType="num">
                                      <p:cBhvr>
                                        <p:cTn id="113" dur="500" decel="100000" fill="hold"/>
                                        <p:tgtEl>
                                          <p:spTgt spid="32"/>
                                        </p:tgtEl>
                                        <p:attrNameLst>
                                          <p:attrName>ppt_x</p:attrName>
                                        </p:attrNameLst>
                                      </p:cBhvr>
                                      <p:tavLst>
                                        <p:tav tm="0">
                                          <p:val>
                                            <p:strVal val="#ppt_x"/>
                                          </p:val>
                                        </p:tav>
                                        <p:tav tm="100000">
                                          <p:val>
                                            <p:strVal val="#ppt_x"/>
                                          </p:val>
                                        </p:tav>
                                      </p:tavLst>
                                    </p:anim>
                                    <p:anim calcmode="lin" valueType="num">
                                      <p:cBhvr>
                                        <p:cTn id="114" dur="500" decel="100000" fill="hold"/>
                                        <p:tgtEl>
                                          <p:spTgt spid="32"/>
                                        </p:tgtEl>
                                        <p:attrNameLst>
                                          <p:attrName>ppt_y</p:attrName>
                                        </p:attrNameLst>
                                      </p:cBhvr>
                                      <p:tavLst>
                                        <p:tav tm="0">
                                          <p:val>
                                            <p:strVal val="#ppt_y+0.04"/>
                                          </p:val>
                                        </p:tav>
                                        <p:tav tm="100000">
                                          <p:val>
                                            <p:strVal val="#ppt_y"/>
                                          </p:val>
                                        </p:tav>
                                      </p:tavLst>
                                    </p:anim>
                                  </p:childTnLst>
                                </p:cTn>
                              </p:par>
                              <p:par>
                                <p:cTn id="115" presetID="22" presetClass="entr" presetSubtype="8" fill="hold" nodeType="withEffect">
                                  <p:stCondLst>
                                    <p:cond delay="1292"/>
                                  </p:stCondLst>
                                  <p:childTnLst>
                                    <p:set>
                                      <p:cBhvr>
                                        <p:cTn id="116" dur="1" fill="hold">
                                          <p:stCondLst>
                                            <p:cond delay="0"/>
                                          </p:stCondLst>
                                        </p:cTn>
                                        <p:tgtEl>
                                          <p:spTgt spid="33"/>
                                        </p:tgtEl>
                                        <p:attrNameLst>
                                          <p:attrName>style.visibility</p:attrName>
                                        </p:attrNameLst>
                                      </p:cBhvr>
                                      <p:to>
                                        <p:strVal val="visible"/>
                                      </p:to>
                                    </p:set>
                                    <p:animEffect transition="in" filter="wipe(right)">
                                      <p:cBhvr>
                                        <p:cTn id="117" dur="650"/>
                                        <p:tgtEl>
                                          <p:spTgt spid="33"/>
                                        </p:tgtEl>
                                      </p:cBhvr>
                                    </p:animEffect>
                                  </p:childTnLst>
                                </p:cTn>
                              </p:par>
                              <p:par>
                                <p:cTn id="118" presetID="42" presetClass="entr" presetSubtype="0" fill="hold" nodeType="withEffect">
                                  <p:stCondLst>
                                    <p:cond delay="1360"/>
                                  </p:stCondLst>
                                  <p:childTnLst>
                                    <p:set>
                                      <p:cBhvr>
                                        <p:cTn id="119" dur="1" fill="hold">
                                          <p:stCondLst>
                                            <p:cond delay="0"/>
                                          </p:stCondLst>
                                        </p:cTn>
                                        <p:tgtEl>
                                          <p:spTgt spid="34"/>
                                        </p:tgtEl>
                                        <p:attrNameLst>
                                          <p:attrName>style.visibility</p:attrName>
                                        </p:attrNameLst>
                                      </p:cBhvr>
                                      <p:to>
                                        <p:strVal val="visible"/>
                                      </p:to>
                                    </p:set>
                                    <p:animEffect transition="in" filter="fade">
                                      <p:cBhvr>
                                        <p:cTn id="120" dur="500"/>
                                        <p:tgtEl>
                                          <p:spTgt spid="34"/>
                                        </p:tgtEl>
                                      </p:cBhvr>
                                    </p:animEffect>
                                    <p:anim calcmode="lin" valueType="num">
                                      <p:cBhvr>
                                        <p:cTn id="121" dur="500" decel="100000" fill="hold"/>
                                        <p:tgtEl>
                                          <p:spTgt spid="34"/>
                                        </p:tgtEl>
                                        <p:attrNameLst>
                                          <p:attrName>ppt_x</p:attrName>
                                        </p:attrNameLst>
                                      </p:cBhvr>
                                      <p:tavLst>
                                        <p:tav tm="0">
                                          <p:val>
                                            <p:strVal val="#ppt_x"/>
                                          </p:val>
                                        </p:tav>
                                        <p:tav tm="100000">
                                          <p:val>
                                            <p:strVal val="#ppt_x"/>
                                          </p:val>
                                        </p:tav>
                                      </p:tavLst>
                                    </p:anim>
                                    <p:anim calcmode="lin" valueType="num">
                                      <p:cBhvr>
                                        <p:cTn id="122" dur="500" decel="100000" fill="hold"/>
                                        <p:tgtEl>
                                          <p:spTgt spid="34"/>
                                        </p:tgtEl>
                                        <p:attrNameLst>
                                          <p:attrName>ppt_y</p:attrName>
                                        </p:attrNameLst>
                                      </p:cBhvr>
                                      <p:tavLst>
                                        <p:tav tm="0">
                                          <p:val>
                                            <p:strVal val="#ppt_y+0.04"/>
                                          </p:val>
                                        </p:tav>
                                        <p:tav tm="100000">
                                          <p:val>
                                            <p:strVal val="#ppt_y"/>
                                          </p:val>
                                        </p:tav>
                                      </p:tavLst>
                                    </p:anim>
                                  </p:childTnLst>
                                </p:cTn>
                              </p:par>
                              <p:par>
                                <p:cTn id="123" presetID="22" presetClass="entr" presetSubtype="8" fill="hold" nodeType="withEffect">
                                  <p:stCondLst>
                                    <p:cond delay="1428"/>
                                  </p:stCondLst>
                                  <p:childTnLst>
                                    <p:set>
                                      <p:cBhvr>
                                        <p:cTn id="124" dur="1" fill="hold">
                                          <p:stCondLst>
                                            <p:cond delay="0"/>
                                          </p:stCondLst>
                                        </p:cTn>
                                        <p:tgtEl>
                                          <p:spTgt spid="35"/>
                                        </p:tgtEl>
                                        <p:attrNameLst>
                                          <p:attrName>style.visibility</p:attrName>
                                        </p:attrNameLst>
                                      </p:cBhvr>
                                      <p:to>
                                        <p:strVal val="visible"/>
                                      </p:to>
                                    </p:set>
                                    <p:animEffect transition="in" filter="wipe(right)">
                                      <p:cBhvr>
                                        <p:cTn id="125" dur="650"/>
                                        <p:tgtEl>
                                          <p:spTgt spid="35"/>
                                        </p:tgtEl>
                                      </p:cBhvr>
                                    </p:animEffect>
                                  </p:childTnLst>
                                </p:cTn>
                              </p:par>
                              <p:par>
                                <p:cTn id="126" presetID="42" presetClass="entr" presetSubtype="0" fill="hold" nodeType="withEffect">
                                  <p:stCondLst>
                                    <p:cond delay="1496"/>
                                  </p:stCondLst>
                                  <p:childTnLst>
                                    <p:set>
                                      <p:cBhvr>
                                        <p:cTn id="127" dur="1" fill="hold">
                                          <p:stCondLst>
                                            <p:cond delay="0"/>
                                          </p:stCondLst>
                                        </p:cTn>
                                        <p:tgtEl>
                                          <p:spTgt spid="36"/>
                                        </p:tgtEl>
                                        <p:attrNameLst>
                                          <p:attrName>style.visibility</p:attrName>
                                        </p:attrNameLst>
                                      </p:cBhvr>
                                      <p:to>
                                        <p:strVal val="visible"/>
                                      </p:to>
                                    </p:set>
                                    <p:animEffect transition="in" filter="fade">
                                      <p:cBhvr>
                                        <p:cTn id="128" dur="500"/>
                                        <p:tgtEl>
                                          <p:spTgt spid="36"/>
                                        </p:tgtEl>
                                      </p:cBhvr>
                                    </p:animEffect>
                                    <p:anim calcmode="lin" valueType="num">
                                      <p:cBhvr>
                                        <p:cTn id="129" dur="500" decel="100000" fill="hold"/>
                                        <p:tgtEl>
                                          <p:spTgt spid="36"/>
                                        </p:tgtEl>
                                        <p:attrNameLst>
                                          <p:attrName>ppt_x</p:attrName>
                                        </p:attrNameLst>
                                      </p:cBhvr>
                                      <p:tavLst>
                                        <p:tav tm="0">
                                          <p:val>
                                            <p:strVal val="#ppt_x"/>
                                          </p:val>
                                        </p:tav>
                                        <p:tav tm="100000">
                                          <p:val>
                                            <p:strVal val="#ppt_x"/>
                                          </p:val>
                                        </p:tav>
                                      </p:tavLst>
                                    </p:anim>
                                    <p:anim calcmode="lin" valueType="num">
                                      <p:cBhvr>
                                        <p:cTn id="130" dur="500" decel="100000" fill="hold"/>
                                        <p:tgtEl>
                                          <p:spTgt spid="36"/>
                                        </p:tgtEl>
                                        <p:attrNameLst>
                                          <p:attrName>ppt_y</p:attrName>
                                        </p:attrNameLst>
                                      </p:cBhvr>
                                      <p:tavLst>
                                        <p:tav tm="0">
                                          <p:val>
                                            <p:strVal val="#ppt_y+0.04"/>
                                          </p:val>
                                        </p:tav>
                                        <p:tav tm="100000">
                                          <p:val>
                                            <p:strVal val="#ppt_y"/>
                                          </p:val>
                                        </p:tav>
                                      </p:tavLst>
                                    </p:anim>
                                  </p:childTnLst>
                                </p:cTn>
                              </p:par>
                              <p:par>
                                <p:cTn id="131" presetID="22" presetClass="entr" presetSubtype="8" fill="hold" nodeType="withEffect">
                                  <p:stCondLst>
                                    <p:cond delay="1564"/>
                                  </p:stCondLst>
                                  <p:childTnLst>
                                    <p:set>
                                      <p:cBhvr>
                                        <p:cTn id="132" dur="1" fill="hold">
                                          <p:stCondLst>
                                            <p:cond delay="0"/>
                                          </p:stCondLst>
                                        </p:cTn>
                                        <p:tgtEl>
                                          <p:spTgt spid="37"/>
                                        </p:tgtEl>
                                        <p:attrNameLst>
                                          <p:attrName>style.visibility</p:attrName>
                                        </p:attrNameLst>
                                      </p:cBhvr>
                                      <p:to>
                                        <p:strVal val="visible"/>
                                      </p:to>
                                    </p:set>
                                    <p:animEffect transition="in" filter="wipe(right)">
                                      <p:cBhvr>
                                        <p:cTn id="133" dur="650"/>
                                        <p:tgtEl>
                                          <p:spTgt spid="37"/>
                                        </p:tgtEl>
                                      </p:cBhvr>
                                    </p:animEffect>
                                  </p:childTnLst>
                                </p:cTn>
                              </p:par>
                              <p:par>
                                <p:cTn id="134" presetID="42" presetClass="entr" presetSubtype="0" fill="hold" nodeType="withEffect">
                                  <p:stCondLst>
                                    <p:cond delay="1632"/>
                                  </p:stCondLst>
                                  <p:childTnLst>
                                    <p:set>
                                      <p:cBhvr>
                                        <p:cTn id="135" dur="1" fill="hold">
                                          <p:stCondLst>
                                            <p:cond delay="0"/>
                                          </p:stCondLst>
                                        </p:cTn>
                                        <p:tgtEl>
                                          <p:spTgt spid="38"/>
                                        </p:tgtEl>
                                        <p:attrNameLst>
                                          <p:attrName>style.visibility</p:attrName>
                                        </p:attrNameLst>
                                      </p:cBhvr>
                                      <p:to>
                                        <p:strVal val="visible"/>
                                      </p:to>
                                    </p:set>
                                    <p:animEffect transition="in" filter="fade">
                                      <p:cBhvr>
                                        <p:cTn id="136" dur="500"/>
                                        <p:tgtEl>
                                          <p:spTgt spid="38"/>
                                        </p:tgtEl>
                                      </p:cBhvr>
                                    </p:animEffect>
                                    <p:anim calcmode="lin" valueType="num">
                                      <p:cBhvr>
                                        <p:cTn id="137" dur="500" decel="100000" fill="hold"/>
                                        <p:tgtEl>
                                          <p:spTgt spid="38"/>
                                        </p:tgtEl>
                                        <p:attrNameLst>
                                          <p:attrName>ppt_x</p:attrName>
                                        </p:attrNameLst>
                                      </p:cBhvr>
                                      <p:tavLst>
                                        <p:tav tm="0">
                                          <p:val>
                                            <p:strVal val="#ppt_x"/>
                                          </p:val>
                                        </p:tav>
                                        <p:tav tm="100000">
                                          <p:val>
                                            <p:strVal val="#ppt_x"/>
                                          </p:val>
                                        </p:tav>
                                      </p:tavLst>
                                    </p:anim>
                                    <p:anim calcmode="lin" valueType="num">
                                      <p:cBhvr>
                                        <p:cTn id="138" dur="500" decel="100000" fill="hold"/>
                                        <p:tgtEl>
                                          <p:spTgt spid="38"/>
                                        </p:tgtEl>
                                        <p:attrNameLst>
                                          <p:attrName>ppt_y</p:attrName>
                                        </p:attrNameLst>
                                      </p:cBhvr>
                                      <p:tavLst>
                                        <p:tav tm="0">
                                          <p:val>
                                            <p:strVal val="#ppt_y+0.04"/>
                                          </p:val>
                                        </p:tav>
                                        <p:tav tm="100000">
                                          <p:val>
                                            <p:strVal val="#ppt_y"/>
                                          </p:val>
                                        </p:tav>
                                      </p:tavLst>
                                    </p:anim>
                                  </p:childTnLst>
                                </p:cTn>
                              </p:par>
                              <p:par>
                                <p:cTn id="139" presetID="22" presetClass="entr" presetSubtype="8" fill="hold" nodeType="withEffect">
                                  <p:stCondLst>
                                    <p:cond delay="1700"/>
                                  </p:stCondLst>
                                  <p:childTnLst>
                                    <p:set>
                                      <p:cBhvr>
                                        <p:cTn id="140" dur="1" fill="hold">
                                          <p:stCondLst>
                                            <p:cond delay="0"/>
                                          </p:stCondLst>
                                        </p:cTn>
                                        <p:tgtEl>
                                          <p:spTgt spid="39"/>
                                        </p:tgtEl>
                                        <p:attrNameLst>
                                          <p:attrName>style.visibility</p:attrName>
                                        </p:attrNameLst>
                                      </p:cBhvr>
                                      <p:to>
                                        <p:strVal val="visible"/>
                                      </p:to>
                                    </p:set>
                                    <p:animEffect transition="in" filter="wipe(right)">
                                      <p:cBhvr>
                                        <p:cTn id="141" dur="650"/>
                                        <p:tgtEl>
                                          <p:spTgt spid="39"/>
                                        </p:tgtEl>
                                      </p:cBhvr>
                                    </p:animEffect>
                                  </p:childTnLst>
                                </p:cTn>
                              </p:par>
                              <p:par>
                                <p:cTn id="142" presetID="42" presetClass="entr" presetSubtype="0" fill="hold" nodeType="withEffect">
                                  <p:stCondLst>
                                    <p:cond delay="1768"/>
                                  </p:stCondLst>
                                  <p:childTnLst>
                                    <p:set>
                                      <p:cBhvr>
                                        <p:cTn id="143" dur="1" fill="hold">
                                          <p:stCondLst>
                                            <p:cond delay="0"/>
                                          </p:stCondLst>
                                        </p:cTn>
                                        <p:tgtEl>
                                          <p:spTgt spid="40"/>
                                        </p:tgtEl>
                                        <p:attrNameLst>
                                          <p:attrName>style.visibility</p:attrName>
                                        </p:attrNameLst>
                                      </p:cBhvr>
                                      <p:to>
                                        <p:strVal val="visible"/>
                                      </p:to>
                                    </p:set>
                                    <p:animEffect transition="in" filter="fade">
                                      <p:cBhvr>
                                        <p:cTn id="144" dur="500"/>
                                        <p:tgtEl>
                                          <p:spTgt spid="40"/>
                                        </p:tgtEl>
                                      </p:cBhvr>
                                    </p:animEffect>
                                    <p:anim calcmode="lin" valueType="num">
                                      <p:cBhvr>
                                        <p:cTn id="145" dur="500" decel="100000" fill="hold"/>
                                        <p:tgtEl>
                                          <p:spTgt spid="40"/>
                                        </p:tgtEl>
                                        <p:attrNameLst>
                                          <p:attrName>ppt_x</p:attrName>
                                        </p:attrNameLst>
                                      </p:cBhvr>
                                      <p:tavLst>
                                        <p:tav tm="0">
                                          <p:val>
                                            <p:strVal val="#ppt_x"/>
                                          </p:val>
                                        </p:tav>
                                        <p:tav tm="100000">
                                          <p:val>
                                            <p:strVal val="#ppt_x"/>
                                          </p:val>
                                        </p:tav>
                                      </p:tavLst>
                                    </p:anim>
                                    <p:anim calcmode="lin" valueType="num">
                                      <p:cBhvr>
                                        <p:cTn id="146" dur="500" decel="100000" fill="hold"/>
                                        <p:tgtEl>
                                          <p:spTgt spid="40"/>
                                        </p:tgtEl>
                                        <p:attrNameLst>
                                          <p:attrName>ppt_y</p:attrName>
                                        </p:attrNameLst>
                                      </p:cBhvr>
                                      <p:tavLst>
                                        <p:tav tm="0">
                                          <p:val>
                                            <p:strVal val="#ppt_y+0.04"/>
                                          </p:val>
                                        </p:tav>
                                        <p:tav tm="100000">
                                          <p:val>
                                            <p:strVal val="#ppt_y"/>
                                          </p:val>
                                        </p:tav>
                                      </p:tavLst>
                                    </p:anim>
                                  </p:childTnLst>
                                </p:cTn>
                              </p:par>
                              <p:par>
                                <p:cTn id="147" presetID="22" presetClass="entr" presetSubtype="8" fill="hold" nodeType="withEffect">
                                  <p:stCondLst>
                                    <p:cond delay="1836"/>
                                  </p:stCondLst>
                                  <p:childTnLst>
                                    <p:set>
                                      <p:cBhvr>
                                        <p:cTn id="148" dur="1" fill="hold">
                                          <p:stCondLst>
                                            <p:cond delay="0"/>
                                          </p:stCondLst>
                                        </p:cTn>
                                        <p:tgtEl>
                                          <p:spTgt spid="41"/>
                                        </p:tgtEl>
                                        <p:attrNameLst>
                                          <p:attrName>style.visibility</p:attrName>
                                        </p:attrNameLst>
                                      </p:cBhvr>
                                      <p:to>
                                        <p:strVal val="visible"/>
                                      </p:to>
                                    </p:set>
                                    <p:animEffect transition="in" filter="wipe(right)">
                                      <p:cBhvr>
                                        <p:cTn id="149" dur="650"/>
                                        <p:tgtEl>
                                          <p:spTgt spid="41"/>
                                        </p:tgtEl>
                                      </p:cBhvr>
                                    </p:animEffect>
                                  </p:childTnLst>
                                </p:cTn>
                              </p:par>
                              <p:par>
                                <p:cTn id="150" presetID="42" presetClass="entr" presetSubtype="0" fill="hold" nodeType="withEffect">
                                  <p:stCondLst>
                                    <p:cond delay="1904"/>
                                  </p:stCondLst>
                                  <p:childTnLst>
                                    <p:set>
                                      <p:cBhvr>
                                        <p:cTn id="151" dur="1" fill="hold">
                                          <p:stCondLst>
                                            <p:cond delay="0"/>
                                          </p:stCondLst>
                                        </p:cTn>
                                        <p:tgtEl>
                                          <p:spTgt spid="42"/>
                                        </p:tgtEl>
                                        <p:attrNameLst>
                                          <p:attrName>style.visibility</p:attrName>
                                        </p:attrNameLst>
                                      </p:cBhvr>
                                      <p:to>
                                        <p:strVal val="visible"/>
                                      </p:to>
                                    </p:set>
                                    <p:animEffect transition="in" filter="fade">
                                      <p:cBhvr>
                                        <p:cTn id="152" dur="500"/>
                                        <p:tgtEl>
                                          <p:spTgt spid="42"/>
                                        </p:tgtEl>
                                      </p:cBhvr>
                                    </p:animEffect>
                                    <p:anim calcmode="lin" valueType="num">
                                      <p:cBhvr>
                                        <p:cTn id="153" dur="500" decel="100000" fill="hold"/>
                                        <p:tgtEl>
                                          <p:spTgt spid="42"/>
                                        </p:tgtEl>
                                        <p:attrNameLst>
                                          <p:attrName>ppt_x</p:attrName>
                                        </p:attrNameLst>
                                      </p:cBhvr>
                                      <p:tavLst>
                                        <p:tav tm="0">
                                          <p:val>
                                            <p:strVal val="#ppt_x"/>
                                          </p:val>
                                        </p:tav>
                                        <p:tav tm="100000">
                                          <p:val>
                                            <p:strVal val="#ppt_x"/>
                                          </p:val>
                                        </p:tav>
                                      </p:tavLst>
                                    </p:anim>
                                    <p:anim calcmode="lin" valueType="num">
                                      <p:cBhvr>
                                        <p:cTn id="154" dur="500" decel="100000" fill="hold"/>
                                        <p:tgtEl>
                                          <p:spTgt spid="42"/>
                                        </p:tgtEl>
                                        <p:attrNameLst>
                                          <p:attrName>ppt_y</p:attrName>
                                        </p:attrNameLst>
                                      </p:cBhvr>
                                      <p:tavLst>
                                        <p:tav tm="0">
                                          <p:val>
                                            <p:strVal val="#ppt_y+0.04"/>
                                          </p:val>
                                        </p:tav>
                                        <p:tav tm="100000">
                                          <p:val>
                                            <p:strVal val="#ppt_y"/>
                                          </p:val>
                                        </p:tav>
                                      </p:tavLst>
                                    </p:anim>
                                  </p:childTnLst>
                                </p:cTn>
                              </p:par>
                              <p:par>
                                <p:cTn id="155" presetID="22" presetClass="entr" presetSubtype="8" fill="hold" nodeType="withEffect">
                                  <p:stCondLst>
                                    <p:cond delay="1972"/>
                                  </p:stCondLst>
                                  <p:childTnLst>
                                    <p:set>
                                      <p:cBhvr>
                                        <p:cTn id="156" dur="1" fill="hold">
                                          <p:stCondLst>
                                            <p:cond delay="0"/>
                                          </p:stCondLst>
                                        </p:cTn>
                                        <p:tgtEl>
                                          <p:spTgt spid="43"/>
                                        </p:tgtEl>
                                        <p:attrNameLst>
                                          <p:attrName>style.visibility</p:attrName>
                                        </p:attrNameLst>
                                      </p:cBhvr>
                                      <p:to>
                                        <p:strVal val="visible"/>
                                      </p:to>
                                    </p:set>
                                    <p:animEffect transition="in" filter="wipe(right)">
                                      <p:cBhvr>
                                        <p:cTn id="157" dur="650"/>
                                        <p:tgtEl>
                                          <p:spTgt spid="43"/>
                                        </p:tgtEl>
                                      </p:cBhvr>
                                    </p:animEffect>
                                  </p:childTnLst>
                                </p:cTn>
                              </p:par>
                              <p:par>
                                <p:cTn id="158" presetID="42" presetClass="entr" presetSubtype="0" fill="hold" nodeType="withEffect">
                                  <p:stCondLst>
                                    <p:cond delay="2040"/>
                                  </p:stCondLst>
                                  <p:childTnLst>
                                    <p:set>
                                      <p:cBhvr>
                                        <p:cTn id="159" dur="1" fill="hold">
                                          <p:stCondLst>
                                            <p:cond delay="0"/>
                                          </p:stCondLst>
                                        </p:cTn>
                                        <p:tgtEl>
                                          <p:spTgt spid="44"/>
                                        </p:tgtEl>
                                        <p:attrNameLst>
                                          <p:attrName>style.visibility</p:attrName>
                                        </p:attrNameLst>
                                      </p:cBhvr>
                                      <p:to>
                                        <p:strVal val="visible"/>
                                      </p:to>
                                    </p:set>
                                    <p:animEffect transition="in" filter="fade">
                                      <p:cBhvr>
                                        <p:cTn id="160" dur="500"/>
                                        <p:tgtEl>
                                          <p:spTgt spid="44"/>
                                        </p:tgtEl>
                                      </p:cBhvr>
                                    </p:animEffect>
                                    <p:anim calcmode="lin" valueType="num">
                                      <p:cBhvr>
                                        <p:cTn id="161" dur="500" decel="100000" fill="hold"/>
                                        <p:tgtEl>
                                          <p:spTgt spid="44"/>
                                        </p:tgtEl>
                                        <p:attrNameLst>
                                          <p:attrName>ppt_x</p:attrName>
                                        </p:attrNameLst>
                                      </p:cBhvr>
                                      <p:tavLst>
                                        <p:tav tm="0">
                                          <p:val>
                                            <p:strVal val="#ppt_x"/>
                                          </p:val>
                                        </p:tav>
                                        <p:tav tm="100000">
                                          <p:val>
                                            <p:strVal val="#ppt_x"/>
                                          </p:val>
                                        </p:tav>
                                      </p:tavLst>
                                    </p:anim>
                                    <p:anim calcmode="lin" valueType="num">
                                      <p:cBhvr>
                                        <p:cTn id="162" dur="500" decel="100000" fill="hold"/>
                                        <p:tgtEl>
                                          <p:spTgt spid="44"/>
                                        </p:tgtEl>
                                        <p:attrNameLst>
                                          <p:attrName>ppt_y</p:attrName>
                                        </p:attrNameLst>
                                      </p:cBhvr>
                                      <p:tavLst>
                                        <p:tav tm="0">
                                          <p:val>
                                            <p:strVal val="#ppt_y+0.04"/>
                                          </p:val>
                                        </p:tav>
                                        <p:tav tm="100000">
                                          <p:val>
                                            <p:strVal val="#ppt_y"/>
                                          </p:val>
                                        </p:tav>
                                      </p:tavLst>
                                    </p:anim>
                                  </p:childTnLst>
                                </p:cTn>
                              </p:par>
                              <p:par>
                                <p:cTn id="163" presetID="22" presetClass="entr" presetSubtype="8" fill="hold" nodeType="withEffect">
                                  <p:stCondLst>
                                    <p:cond delay="2108"/>
                                  </p:stCondLst>
                                  <p:childTnLst>
                                    <p:set>
                                      <p:cBhvr>
                                        <p:cTn id="164" dur="1" fill="hold">
                                          <p:stCondLst>
                                            <p:cond delay="0"/>
                                          </p:stCondLst>
                                        </p:cTn>
                                        <p:tgtEl>
                                          <p:spTgt spid="45"/>
                                        </p:tgtEl>
                                        <p:attrNameLst>
                                          <p:attrName>style.visibility</p:attrName>
                                        </p:attrNameLst>
                                      </p:cBhvr>
                                      <p:to>
                                        <p:strVal val="visible"/>
                                      </p:to>
                                    </p:set>
                                    <p:animEffect transition="in" filter="wipe(right)">
                                      <p:cBhvr>
                                        <p:cTn id="165" dur="650"/>
                                        <p:tgtEl>
                                          <p:spTgt spid="45"/>
                                        </p:tgtEl>
                                      </p:cBhvr>
                                    </p:animEffect>
                                  </p:childTnLst>
                                </p:cTn>
                              </p:par>
                              <p:par>
                                <p:cTn id="166" presetID="42" presetClass="entr" presetSubtype="0" fill="hold" nodeType="withEffect">
                                  <p:stCondLst>
                                    <p:cond delay="2176"/>
                                  </p:stCondLst>
                                  <p:childTnLst>
                                    <p:set>
                                      <p:cBhvr>
                                        <p:cTn id="167" dur="1" fill="hold">
                                          <p:stCondLst>
                                            <p:cond delay="0"/>
                                          </p:stCondLst>
                                        </p:cTn>
                                        <p:tgtEl>
                                          <p:spTgt spid="46"/>
                                        </p:tgtEl>
                                        <p:attrNameLst>
                                          <p:attrName>style.visibility</p:attrName>
                                        </p:attrNameLst>
                                      </p:cBhvr>
                                      <p:to>
                                        <p:strVal val="visible"/>
                                      </p:to>
                                    </p:set>
                                    <p:animEffect transition="in" filter="fade">
                                      <p:cBhvr>
                                        <p:cTn id="168" dur="500"/>
                                        <p:tgtEl>
                                          <p:spTgt spid="46"/>
                                        </p:tgtEl>
                                      </p:cBhvr>
                                    </p:animEffect>
                                    <p:anim calcmode="lin" valueType="num">
                                      <p:cBhvr>
                                        <p:cTn id="169" dur="500" decel="100000" fill="hold"/>
                                        <p:tgtEl>
                                          <p:spTgt spid="46"/>
                                        </p:tgtEl>
                                        <p:attrNameLst>
                                          <p:attrName>ppt_x</p:attrName>
                                        </p:attrNameLst>
                                      </p:cBhvr>
                                      <p:tavLst>
                                        <p:tav tm="0">
                                          <p:val>
                                            <p:strVal val="#ppt_x"/>
                                          </p:val>
                                        </p:tav>
                                        <p:tav tm="100000">
                                          <p:val>
                                            <p:strVal val="#ppt_x"/>
                                          </p:val>
                                        </p:tav>
                                      </p:tavLst>
                                    </p:anim>
                                    <p:anim calcmode="lin" valueType="num">
                                      <p:cBhvr>
                                        <p:cTn id="170" dur="500" decel="100000" fill="hold"/>
                                        <p:tgtEl>
                                          <p:spTgt spid="46"/>
                                        </p:tgtEl>
                                        <p:attrNameLst>
                                          <p:attrName>ppt_y</p:attrName>
                                        </p:attrNameLst>
                                      </p:cBhvr>
                                      <p:tavLst>
                                        <p:tav tm="0">
                                          <p:val>
                                            <p:strVal val="#ppt_y+0.04"/>
                                          </p:val>
                                        </p:tav>
                                        <p:tav tm="100000">
                                          <p:val>
                                            <p:strVal val="#ppt_y"/>
                                          </p:val>
                                        </p:tav>
                                      </p:tavLst>
                                    </p:anim>
                                  </p:childTnLst>
                                </p:cTn>
                              </p:par>
                              <p:par>
                                <p:cTn id="171" presetID="22" presetClass="entr" presetSubtype="8" fill="hold" nodeType="withEffect">
                                  <p:stCondLst>
                                    <p:cond delay="2244"/>
                                  </p:stCondLst>
                                  <p:childTnLst>
                                    <p:set>
                                      <p:cBhvr>
                                        <p:cTn id="172" dur="1" fill="hold">
                                          <p:stCondLst>
                                            <p:cond delay="0"/>
                                          </p:stCondLst>
                                        </p:cTn>
                                        <p:tgtEl>
                                          <p:spTgt spid="47"/>
                                        </p:tgtEl>
                                        <p:attrNameLst>
                                          <p:attrName>style.visibility</p:attrName>
                                        </p:attrNameLst>
                                      </p:cBhvr>
                                      <p:to>
                                        <p:strVal val="visible"/>
                                      </p:to>
                                    </p:set>
                                    <p:animEffect transition="in" filter="wipe(right)">
                                      <p:cBhvr>
                                        <p:cTn id="173" dur="650"/>
                                        <p:tgtEl>
                                          <p:spTgt spid="47"/>
                                        </p:tgtEl>
                                      </p:cBhvr>
                                    </p:animEffect>
                                  </p:childTnLst>
                                </p:cTn>
                              </p:par>
                              <p:par>
                                <p:cTn id="174" presetID="42" presetClass="entr" presetSubtype="0" fill="hold" nodeType="withEffect">
                                  <p:stCondLst>
                                    <p:cond delay="2312"/>
                                  </p:stCondLst>
                                  <p:childTnLst>
                                    <p:set>
                                      <p:cBhvr>
                                        <p:cTn id="175" dur="1" fill="hold">
                                          <p:stCondLst>
                                            <p:cond delay="0"/>
                                          </p:stCondLst>
                                        </p:cTn>
                                        <p:tgtEl>
                                          <p:spTgt spid="48"/>
                                        </p:tgtEl>
                                        <p:attrNameLst>
                                          <p:attrName>style.visibility</p:attrName>
                                        </p:attrNameLst>
                                      </p:cBhvr>
                                      <p:to>
                                        <p:strVal val="visible"/>
                                      </p:to>
                                    </p:set>
                                    <p:animEffect transition="in" filter="fade">
                                      <p:cBhvr>
                                        <p:cTn id="176" dur="500"/>
                                        <p:tgtEl>
                                          <p:spTgt spid="48"/>
                                        </p:tgtEl>
                                      </p:cBhvr>
                                    </p:animEffect>
                                    <p:anim calcmode="lin" valueType="num">
                                      <p:cBhvr>
                                        <p:cTn id="177" dur="500" decel="100000" fill="hold"/>
                                        <p:tgtEl>
                                          <p:spTgt spid="48"/>
                                        </p:tgtEl>
                                        <p:attrNameLst>
                                          <p:attrName>ppt_x</p:attrName>
                                        </p:attrNameLst>
                                      </p:cBhvr>
                                      <p:tavLst>
                                        <p:tav tm="0">
                                          <p:val>
                                            <p:strVal val="#ppt_x"/>
                                          </p:val>
                                        </p:tav>
                                        <p:tav tm="100000">
                                          <p:val>
                                            <p:strVal val="#ppt_x"/>
                                          </p:val>
                                        </p:tav>
                                      </p:tavLst>
                                    </p:anim>
                                    <p:anim calcmode="lin" valueType="num">
                                      <p:cBhvr>
                                        <p:cTn id="178" dur="500" decel="100000" fill="hold"/>
                                        <p:tgtEl>
                                          <p:spTgt spid="48"/>
                                        </p:tgtEl>
                                        <p:attrNameLst>
                                          <p:attrName>ppt_y</p:attrName>
                                        </p:attrNameLst>
                                      </p:cBhvr>
                                      <p:tavLst>
                                        <p:tav tm="0">
                                          <p:val>
                                            <p:strVal val="#ppt_y+0.04"/>
                                          </p:val>
                                        </p:tav>
                                        <p:tav tm="100000">
                                          <p:val>
                                            <p:strVal val="#ppt_y"/>
                                          </p:val>
                                        </p:tav>
                                      </p:tavLst>
                                    </p:anim>
                                  </p:childTnLst>
                                </p:cTn>
                              </p:par>
                              <p:par>
                                <p:cTn id="179" presetID="22" presetClass="entr" presetSubtype="8" fill="hold" nodeType="withEffect">
                                  <p:stCondLst>
                                    <p:cond delay="2380"/>
                                  </p:stCondLst>
                                  <p:childTnLst>
                                    <p:set>
                                      <p:cBhvr>
                                        <p:cTn id="180" dur="1" fill="hold">
                                          <p:stCondLst>
                                            <p:cond delay="0"/>
                                          </p:stCondLst>
                                        </p:cTn>
                                        <p:tgtEl>
                                          <p:spTgt spid="49"/>
                                        </p:tgtEl>
                                        <p:attrNameLst>
                                          <p:attrName>style.visibility</p:attrName>
                                        </p:attrNameLst>
                                      </p:cBhvr>
                                      <p:to>
                                        <p:strVal val="visible"/>
                                      </p:to>
                                    </p:set>
                                    <p:animEffect transition="in" filter="wipe(right)">
                                      <p:cBhvr>
                                        <p:cTn id="181" dur="650"/>
                                        <p:tgtEl>
                                          <p:spTgt spid="49"/>
                                        </p:tgtEl>
                                      </p:cBhvr>
                                    </p:animEffect>
                                  </p:childTnLst>
                                </p:cTn>
                              </p:par>
                              <p:par>
                                <p:cTn id="182" presetID="42" presetClass="entr" presetSubtype="0" fill="hold" nodeType="withEffect">
                                  <p:stCondLst>
                                    <p:cond delay="2448"/>
                                  </p:stCondLst>
                                  <p:childTnLst>
                                    <p:set>
                                      <p:cBhvr>
                                        <p:cTn id="183" dur="1" fill="hold">
                                          <p:stCondLst>
                                            <p:cond delay="0"/>
                                          </p:stCondLst>
                                        </p:cTn>
                                        <p:tgtEl>
                                          <p:spTgt spid="50"/>
                                        </p:tgtEl>
                                        <p:attrNameLst>
                                          <p:attrName>style.visibility</p:attrName>
                                        </p:attrNameLst>
                                      </p:cBhvr>
                                      <p:to>
                                        <p:strVal val="visible"/>
                                      </p:to>
                                    </p:set>
                                    <p:animEffect transition="in" filter="fade">
                                      <p:cBhvr>
                                        <p:cTn id="184" dur="500"/>
                                        <p:tgtEl>
                                          <p:spTgt spid="50"/>
                                        </p:tgtEl>
                                      </p:cBhvr>
                                    </p:animEffect>
                                    <p:anim calcmode="lin" valueType="num">
                                      <p:cBhvr>
                                        <p:cTn id="185" dur="500" decel="100000" fill="hold"/>
                                        <p:tgtEl>
                                          <p:spTgt spid="50"/>
                                        </p:tgtEl>
                                        <p:attrNameLst>
                                          <p:attrName>ppt_x</p:attrName>
                                        </p:attrNameLst>
                                      </p:cBhvr>
                                      <p:tavLst>
                                        <p:tav tm="0">
                                          <p:val>
                                            <p:strVal val="#ppt_x"/>
                                          </p:val>
                                        </p:tav>
                                        <p:tav tm="100000">
                                          <p:val>
                                            <p:strVal val="#ppt_x"/>
                                          </p:val>
                                        </p:tav>
                                      </p:tavLst>
                                    </p:anim>
                                    <p:anim calcmode="lin" valueType="num">
                                      <p:cBhvr>
                                        <p:cTn id="186" dur="500" decel="100000" fill="hold"/>
                                        <p:tgtEl>
                                          <p:spTgt spid="50"/>
                                        </p:tgtEl>
                                        <p:attrNameLst>
                                          <p:attrName>ppt_y</p:attrName>
                                        </p:attrNameLst>
                                      </p:cBhvr>
                                      <p:tavLst>
                                        <p:tav tm="0">
                                          <p:val>
                                            <p:strVal val="#ppt_y+0.04"/>
                                          </p:val>
                                        </p:tav>
                                        <p:tav tm="100000">
                                          <p:val>
                                            <p:strVal val="#ppt_y"/>
                                          </p:val>
                                        </p:tav>
                                      </p:tavLst>
                                    </p:anim>
                                  </p:childTnLst>
                                </p:cTn>
                              </p:par>
                              <p:par>
                                <p:cTn id="187" presetID="22" presetClass="entr" presetSubtype="8" fill="hold" nodeType="withEffect">
                                  <p:stCondLst>
                                    <p:cond delay="2516"/>
                                  </p:stCondLst>
                                  <p:childTnLst>
                                    <p:set>
                                      <p:cBhvr>
                                        <p:cTn id="188" dur="1" fill="hold">
                                          <p:stCondLst>
                                            <p:cond delay="0"/>
                                          </p:stCondLst>
                                        </p:cTn>
                                        <p:tgtEl>
                                          <p:spTgt spid="51"/>
                                        </p:tgtEl>
                                        <p:attrNameLst>
                                          <p:attrName>style.visibility</p:attrName>
                                        </p:attrNameLst>
                                      </p:cBhvr>
                                      <p:to>
                                        <p:strVal val="visible"/>
                                      </p:to>
                                    </p:set>
                                    <p:animEffect transition="in" filter="wipe(right)">
                                      <p:cBhvr>
                                        <p:cTn id="189" dur="650"/>
                                        <p:tgtEl>
                                          <p:spTgt spid="51"/>
                                        </p:tgtEl>
                                      </p:cBhvr>
                                    </p:animEffect>
                                  </p:childTnLst>
                                </p:cTn>
                              </p:par>
                              <p:par>
                                <p:cTn id="190" presetID="42" presetClass="entr" presetSubtype="0" fill="hold" nodeType="withEffect">
                                  <p:stCondLst>
                                    <p:cond delay="2584"/>
                                  </p:stCondLst>
                                  <p:childTnLst>
                                    <p:set>
                                      <p:cBhvr>
                                        <p:cTn id="191" dur="1" fill="hold">
                                          <p:stCondLst>
                                            <p:cond delay="0"/>
                                          </p:stCondLst>
                                        </p:cTn>
                                        <p:tgtEl>
                                          <p:spTgt spid="52"/>
                                        </p:tgtEl>
                                        <p:attrNameLst>
                                          <p:attrName>style.visibility</p:attrName>
                                        </p:attrNameLst>
                                      </p:cBhvr>
                                      <p:to>
                                        <p:strVal val="visible"/>
                                      </p:to>
                                    </p:set>
                                    <p:animEffect transition="in" filter="fade">
                                      <p:cBhvr>
                                        <p:cTn id="192" dur="500"/>
                                        <p:tgtEl>
                                          <p:spTgt spid="52"/>
                                        </p:tgtEl>
                                      </p:cBhvr>
                                    </p:animEffect>
                                    <p:anim calcmode="lin" valueType="num">
                                      <p:cBhvr>
                                        <p:cTn id="193" dur="500" decel="100000" fill="hold"/>
                                        <p:tgtEl>
                                          <p:spTgt spid="52"/>
                                        </p:tgtEl>
                                        <p:attrNameLst>
                                          <p:attrName>ppt_x</p:attrName>
                                        </p:attrNameLst>
                                      </p:cBhvr>
                                      <p:tavLst>
                                        <p:tav tm="0">
                                          <p:val>
                                            <p:strVal val="#ppt_x"/>
                                          </p:val>
                                        </p:tav>
                                        <p:tav tm="100000">
                                          <p:val>
                                            <p:strVal val="#ppt_x"/>
                                          </p:val>
                                        </p:tav>
                                      </p:tavLst>
                                    </p:anim>
                                    <p:anim calcmode="lin" valueType="num">
                                      <p:cBhvr>
                                        <p:cTn id="194" dur="500" decel="100000" fill="hold"/>
                                        <p:tgtEl>
                                          <p:spTgt spid="52"/>
                                        </p:tgtEl>
                                        <p:attrNameLst>
                                          <p:attrName>ppt_y</p:attrName>
                                        </p:attrNameLst>
                                      </p:cBhvr>
                                      <p:tavLst>
                                        <p:tav tm="0">
                                          <p:val>
                                            <p:strVal val="#ppt_y+0.04"/>
                                          </p:val>
                                        </p:tav>
                                        <p:tav tm="100000">
                                          <p:val>
                                            <p:strVal val="#ppt_y"/>
                                          </p:val>
                                        </p:tav>
                                      </p:tavLst>
                                    </p:anim>
                                  </p:childTnLst>
                                </p:cTn>
                              </p:par>
                              <p:par>
                                <p:cTn id="195" presetID="22" presetClass="entr" presetSubtype="8" fill="hold" nodeType="withEffect">
                                  <p:stCondLst>
                                    <p:cond delay="2652"/>
                                  </p:stCondLst>
                                  <p:childTnLst>
                                    <p:set>
                                      <p:cBhvr>
                                        <p:cTn id="196" dur="1" fill="hold">
                                          <p:stCondLst>
                                            <p:cond delay="0"/>
                                          </p:stCondLst>
                                        </p:cTn>
                                        <p:tgtEl>
                                          <p:spTgt spid="53"/>
                                        </p:tgtEl>
                                        <p:attrNameLst>
                                          <p:attrName>style.visibility</p:attrName>
                                        </p:attrNameLst>
                                      </p:cBhvr>
                                      <p:to>
                                        <p:strVal val="visible"/>
                                      </p:to>
                                    </p:set>
                                    <p:animEffect transition="in" filter="wipe(right)">
                                      <p:cBhvr>
                                        <p:cTn id="197" dur="650"/>
                                        <p:tgtEl>
                                          <p:spTgt spid="53"/>
                                        </p:tgtEl>
                                      </p:cBhvr>
                                    </p:animEffect>
                                  </p:childTnLst>
                                </p:cTn>
                              </p:par>
                              <p:par>
                                <p:cTn id="198" presetID="42" presetClass="entr" presetSubtype="0" fill="hold" nodeType="withEffect">
                                  <p:stCondLst>
                                    <p:cond delay="2720"/>
                                  </p:stCondLst>
                                  <p:childTnLst>
                                    <p:set>
                                      <p:cBhvr>
                                        <p:cTn id="199" dur="1" fill="hold">
                                          <p:stCondLst>
                                            <p:cond delay="0"/>
                                          </p:stCondLst>
                                        </p:cTn>
                                        <p:tgtEl>
                                          <p:spTgt spid="54"/>
                                        </p:tgtEl>
                                        <p:attrNameLst>
                                          <p:attrName>style.visibility</p:attrName>
                                        </p:attrNameLst>
                                      </p:cBhvr>
                                      <p:to>
                                        <p:strVal val="visible"/>
                                      </p:to>
                                    </p:set>
                                    <p:animEffect transition="in" filter="fade">
                                      <p:cBhvr>
                                        <p:cTn id="200" dur="500"/>
                                        <p:tgtEl>
                                          <p:spTgt spid="54"/>
                                        </p:tgtEl>
                                      </p:cBhvr>
                                    </p:animEffect>
                                    <p:anim calcmode="lin" valueType="num">
                                      <p:cBhvr>
                                        <p:cTn id="201" dur="500" decel="100000" fill="hold"/>
                                        <p:tgtEl>
                                          <p:spTgt spid="54"/>
                                        </p:tgtEl>
                                        <p:attrNameLst>
                                          <p:attrName>ppt_x</p:attrName>
                                        </p:attrNameLst>
                                      </p:cBhvr>
                                      <p:tavLst>
                                        <p:tav tm="0">
                                          <p:val>
                                            <p:strVal val="#ppt_x"/>
                                          </p:val>
                                        </p:tav>
                                        <p:tav tm="100000">
                                          <p:val>
                                            <p:strVal val="#ppt_x"/>
                                          </p:val>
                                        </p:tav>
                                      </p:tavLst>
                                    </p:anim>
                                    <p:anim calcmode="lin" valueType="num">
                                      <p:cBhvr>
                                        <p:cTn id="202" dur="500" decel="100000" fill="hold"/>
                                        <p:tgtEl>
                                          <p:spTgt spid="54"/>
                                        </p:tgtEl>
                                        <p:attrNameLst>
                                          <p:attrName>ppt_y</p:attrName>
                                        </p:attrNameLst>
                                      </p:cBhvr>
                                      <p:tavLst>
                                        <p:tav tm="0">
                                          <p:val>
                                            <p:strVal val="#ppt_y+0.04"/>
                                          </p:val>
                                        </p:tav>
                                        <p:tav tm="100000">
                                          <p:val>
                                            <p:strVal val="#ppt_y"/>
                                          </p:val>
                                        </p:tav>
                                      </p:tavLst>
                                    </p:anim>
                                  </p:childTnLst>
                                </p:cTn>
                              </p:par>
                              <p:par>
                                <p:cTn id="203" presetID="22" presetClass="entr" presetSubtype="8" fill="hold" nodeType="withEffect">
                                  <p:stCondLst>
                                    <p:cond delay="2788"/>
                                  </p:stCondLst>
                                  <p:childTnLst>
                                    <p:set>
                                      <p:cBhvr>
                                        <p:cTn id="204" dur="1" fill="hold">
                                          <p:stCondLst>
                                            <p:cond delay="0"/>
                                          </p:stCondLst>
                                        </p:cTn>
                                        <p:tgtEl>
                                          <p:spTgt spid="55"/>
                                        </p:tgtEl>
                                        <p:attrNameLst>
                                          <p:attrName>style.visibility</p:attrName>
                                        </p:attrNameLst>
                                      </p:cBhvr>
                                      <p:to>
                                        <p:strVal val="visible"/>
                                      </p:to>
                                    </p:set>
                                    <p:animEffect transition="in" filter="wipe(right)">
                                      <p:cBhvr>
                                        <p:cTn id="205" dur="650"/>
                                        <p:tgtEl>
                                          <p:spTgt spid="55"/>
                                        </p:tgtEl>
                                      </p:cBhvr>
                                    </p:animEffect>
                                  </p:childTnLst>
                                </p:cTn>
                              </p:par>
                              <p:par>
                                <p:cTn id="206" presetID="22" presetClass="entr" presetSubtype="8" fill="hold" nodeType="withEffect">
                                  <p:stCondLst>
                                    <p:cond delay="2856"/>
                                  </p:stCondLst>
                                  <p:childTnLst>
                                    <p:set>
                                      <p:cBhvr>
                                        <p:cTn id="207" dur="1" fill="hold">
                                          <p:stCondLst>
                                            <p:cond delay="0"/>
                                          </p:stCondLst>
                                        </p:cTn>
                                        <p:tgtEl>
                                          <p:spTgt spid="56"/>
                                        </p:tgtEl>
                                        <p:attrNameLst>
                                          <p:attrName>style.visibility</p:attrName>
                                        </p:attrNameLst>
                                      </p:cBhvr>
                                      <p:to>
                                        <p:strVal val="visible"/>
                                      </p:to>
                                    </p:set>
                                    <p:animEffect transition="in" filter="wipe(right)">
                                      <p:cBhvr>
                                        <p:cTn id="208" dur="500"/>
                                        <p:tgtEl>
                                          <p:spTgt spid="56"/>
                                        </p:tgtEl>
                                      </p:cBhvr>
                                    </p:animEffect>
                                  </p:childTnLst>
                                </p:cTn>
                              </p:par>
                              <p:par>
                                <p:cTn id="209" presetID="42" presetClass="entr" presetSubtype="0" fill="hold" nodeType="withEffect">
                                  <p:stCondLst>
                                    <p:cond delay="2924"/>
                                  </p:stCondLst>
                                  <p:childTnLst>
                                    <p:set>
                                      <p:cBhvr>
                                        <p:cTn id="210" dur="1" fill="hold">
                                          <p:stCondLst>
                                            <p:cond delay="0"/>
                                          </p:stCondLst>
                                        </p:cTn>
                                        <p:tgtEl>
                                          <p:spTgt spid="57"/>
                                        </p:tgtEl>
                                        <p:attrNameLst>
                                          <p:attrName>style.visibility</p:attrName>
                                        </p:attrNameLst>
                                      </p:cBhvr>
                                      <p:to>
                                        <p:strVal val="visible"/>
                                      </p:to>
                                    </p:set>
                                    <p:animEffect transition="in" filter="fade">
                                      <p:cBhvr>
                                        <p:cTn id="211" dur="500"/>
                                        <p:tgtEl>
                                          <p:spTgt spid="57"/>
                                        </p:tgtEl>
                                      </p:cBhvr>
                                    </p:animEffect>
                                    <p:anim calcmode="lin" valueType="num">
                                      <p:cBhvr>
                                        <p:cTn id="212" dur="500" decel="100000" fill="hold"/>
                                        <p:tgtEl>
                                          <p:spTgt spid="57"/>
                                        </p:tgtEl>
                                        <p:attrNameLst>
                                          <p:attrName>ppt_x</p:attrName>
                                        </p:attrNameLst>
                                      </p:cBhvr>
                                      <p:tavLst>
                                        <p:tav tm="0">
                                          <p:val>
                                            <p:strVal val="#ppt_x"/>
                                          </p:val>
                                        </p:tav>
                                        <p:tav tm="100000">
                                          <p:val>
                                            <p:strVal val="#ppt_x"/>
                                          </p:val>
                                        </p:tav>
                                      </p:tavLst>
                                    </p:anim>
                                    <p:anim calcmode="lin" valueType="num">
                                      <p:cBhvr>
                                        <p:cTn id="213" dur="500" decel="100000" fill="hold"/>
                                        <p:tgtEl>
                                          <p:spTgt spid="57"/>
                                        </p:tgtEl>
                                        <p:attrNameLst>
                                          <p:attrName>ppt_y</p:attrName>
                                        </p:attrNameLst>
                                      </p:cBhvr>
                                      <p:tavLst>
                                        <p:tav tm="0">
                                          <p:val>
                                            <p:strVal val="#ppt_y+0.04"/>
                                          </p:val>
                                        </p:tav>
                                        <p:tav tm="100000">
                                          <p:val>
                                            <p:strVal val="#ppt_y"/>
                                          </p:val>
                                        </p:tav>
                                      </p:tavLst>
                                    </p:anim>
                                  </p:childTnLst>
                                </p:cTn>
                              </p:par>
                              <p:par>
                                <p:cTn id="214" presetID="22" presetClass="entr" presetSubtype="8" fill="hold" nodeType="withEffect">
                                  <p:stCondLst>
                                    <p:cond delay="2992"/>
                                  </p:stCondLst>
                                  <p:childTnLst>
                                    <p:set>
                                      <p:cBhvr>
                                        <p:cTn id="215" dur="1" fill="hold">
                                          <p:stCondLst>
                                            <p:cond delay="0"/>
                                          </p:stCondLst>
                                        </p:cTn>
                                        <p:tgtEl>
                                          <p:spTgt spid="58"/>
                                        </p:tgtEl>
                                        <p:attrNameLst>
                                          <p:attrName>style.visibility</p:attrName>
                                        </p:attrNameLst>
                                      </p:cBhvr>
                                      <p:to>
                                        <p:strVal val="visible"/>
                                      </p:to>
                                    </p:set>
                                    <p:animEffect transition="in" filter="wipe(right)">
                                      <p:cBhvr>
                                        <p:cTn id="216" dur="500"/>
                                        <p:tgtEl>
                                          <p:spTgt spid="58"/>
                                        </p:tgtEl>
                                      </p:cBhvr>
                                    </p:animEffect>
                                  </p:childTnLst>
                                </p:cTn>
                              </p:par>
                              <p:par>
                                <p:cTn id="217" presetID="42" presetClass="entr" presetSubtype="0" fill="hold" nodeType="withEffect">
                                  <p:stCondLst>
                                    <p:cond delay="3060"/>
                                  </p:stCondLst>
                                  <p:childTnLst>
                                    <p:set>
                                      <p:cBhvr>
                                        <p:cTn id="218" dur="1" fill="hold">
                                          <p:stCondLst>
                                            <p:cond delay="0"/>
                                          </p:stCondLst>
                                        </p:cTn>
                                        <p:tgtEl>
                                          <p:spTgt spid="59"/>
                                        </p:tgtEl>
                                        <p:attrNameLst>
                                          <p:attrName>style.visibility</p:attrName>
                                        </p:attrNameLst>
                                      </p:cBhvr>
                                      <p:to>
                                        <p:strVal val="visible"/>
                                      </p:to>
                                    </p:set>
                                    <p:animEffect transition="in" filter="fade">
                                      <p:cBhvr>
                                        <p:cTn id="219" dur="500"/>
                                        <p:tgtEl>
                                          <p:spTgt spid="59"/>
                                        </p:tgtEl>
                                      </p:cBhvr>
                                    </p:animEffect>
                                    <p:anim calcmode="lin" valueType="num">
                                      <p:cBhvr>
                                        <p:cTn id="220" dur="500" decel="100000" fill="hold"/>
                                        <p:tgtEl>
                                          <p:spTgt spid="59"/>
                                        </p:tgtEl>
                                        <p:attrNameLst>
                                          <p:attrName>ppt_x</p:attrName>
                                        </p:attrNameLst>
                                      </p:cBhvr>
                                      <p:tavLst>
                                        <p:tav tm="0">
                                          <p:val>
                                            <p:strVal val="#ppt_x"/>
                                          </p:val>
                                        </p:tav>
                                        <p:tav tm="100000">
                                          <p:val>
                                            <p:strVal val="#ppt_x"/>
                                          </p:val>
                                        </p:tav>
                                      </p:tavLst>
                                    </p:anim>
                                    <p:anim calcmode="lin" valueType="num">
                                      <p:cBhvr>
                                        <p:cTn id="221" dur="500" decel="100000" fill="hold"/>
                                        <p:tgtEl>
                                          <p:spTgt spid="59"/>
                                        </p:tgtEl>
                                        <p:attrNameLst>
                                          <p:attrName>ppt_y</p:attrName>
                                        </p:attrNameLst>
                                      </p:cBhvr>
                                      <p:tavLst>
                                        <p:tav tm="0">
                                          <p:val>
                                            <p:strVal val="#ppt_y+0.04"/>
                                          </p:val>
                                        </p:tav>
                                        <p:tav tm="100000">
                                          <p:val>
                                            <p:strVal val="#ppt_y"/>
                                          </p:val>
                                        </p:tav>
                                      </p:tavLst>
                                    </p:anim>
                                  </p:childTnLst>
                                </p:cTn>
                              </p:par>
                              <p:par>
                                <p:cTn id="222" presetID="22" presetClass="entr" presetSubtype="8" fill="hold" nodeType="withEffect">
                                  <p:stCondLst>
                                    <p:cond delay="3128"/>
                                  </p:stCondLst>
                                  <p:childTnLst>
                                    <p:set>
                                      <p:cBhvr>
                                        <p:cTn id="223" dur="1" fill="hold">
                                          <p:stCondLst>
                                            <p:cond delay="0"/>
                                          </p:stCondLst>
                                        </p:cTn>
                                        <p:tgtEl>
                                          <p:spTgt spid="60"/>
                                        </p:tgtEl>
                                        <p:attrNameLst>
                                          <p:attrName>style.visibility</p:attrName>
                                        </p:attrNameLst>
                                      </p:cBhvr>
                                      <p:to>
                                        <p:strVal val="visible"/>
                                      </p:to>
                                    </p:set>
                                    <p:animEffect transition="in" filter="wipe(right)">
                                      <p:cBhvr>
                                        <p:cTn id="224" dur="500"/>
                                        <p:tgtEl>
                                          <p:spTgt spid="60"/>
                                        </p:tgtEl>
                                      </p:cBhvr>
                                    </p:animEffect>
                                  </p:childTnLst>
                                </p:cTn>
                              </p:par>
                              <p:par>
                                <p:cTn id="225" presetID="42" presetClass="entr" presetSubtype="0" fill="hold" nodeType="withEffect">
                                  <p:stCondLst>
                                    <p:cond delay="3196"/>
                                  </p:stCondLst>
                                  <p:childTnLst>
                                    <p:set>
                                      <p:cBhvr>
                                        <p:cTn id="226" dur="1" fill="hold">
                                          <p:stCondLst>
                                            <p:cond delay="0"/>
                                          </p:stCondLst>
                                        </p:cTn>
                                        <p:tgtEl>
                                          <p:spTgt spid="61"/>
                                        </p:tgtEl>
                                        <p:attrNameLst>
                                          <p:attrName>style.visibility</p:attrName>
                                        </p:attrNameLst>
                                      </p:cBhvr>
                                      <p:to>
                                        <p:strVal val="visible"/>
                                      </p:to>
                                    </p:set>
                                    <p:animEffect transition="in" filter="fade">
                                      <p:cBhvr>
                                        <p:cTn id="227" dur="500"/>
                                        <p:tgtEl>
                                          <p:spTgt spid="61"/>
                                        </p:tgtEl>
                                      </p:cBhvr>
                                    </p:animEffect>
                                    <p:anim calcmode="lin" valueType="num">
                                      <p:cBhvr>
                                        <p:cTn id="228" dur="500" decel="100000" fill="hold"/>
                                        <p:tgtEl>
                                          <p:spTgt spid="61"/>
                                        </p:tgtEl>
                                        <p:attrNameLst>
                                          <p:attrName>ppt_x</p:attrName>
                                        </p:attrNameLst>
                                      </p:cBhvr>
                                      <p:tavLst>
                                        <p:tav tm="0">
                                          <p:val>
                                            <p:strVal val="#ppt_x"/>
                                          </p:val>
                                        </p:tav>
                                        <p:tav tm="100000">
                                          <p:val>
                                            <p:strVal val="#ppt_x"/>
                                          </p:val>
                                        </p:tav>
                                      </p:tavLst>
                                    </p:anim>
                                    <p:anim calcmode="lin" valueType="num">
                                      <p:cBhvr>
                                        <p:cTn id="229" dur="500" decel="100000" fill="hold"/>
                                        <p:tgtEl>
                                          <p:spTgt spid="6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7835900" y="1549400"/>
            <a:ext cx="3886200" cy="2616200"/>
          </a:xfrm>
          <a:prstGeom prst="rect">
            <a:avLst/>
          </a:prstGeom>
        </p:spPr>
      </p:pic>
      <p:pic>
        <p:nvPicPr>
          <p:cNvPr id="4" name="Picture 3" descr="image.jpg"/>
          <p:cNvPicPr>
            <a:picLocks noChangeAspect="1"/>
          </p:cNvPicPr>
          <p:nvPr/>
        </p:nvPicPr>
        <p:blipFill>
          <a:blip r:embed="rId4"/>
          <a:stretch>
            <a:fillRect/>
          </a:stretch>
        </p:blipFill>
        <p:spPr>
          <a:xfrm>
            <a:off x="1485900" y="2692400"/>
            <a:ext cx="838200" cy="127000"/>
          </a:xfrm>
          <a:prstGeom prst="rect">
            <a:avLst/>
          </a:prstGeom>
        </p:spPr>
      </p:pic>
      <p:pic>
        <p:nvPicPr>
          <p:cNvPr id="5" name="Picture 4" descr="image.jpg"/>
          <p:cNvPicPr>
            <a:picLocks noChangeAspect="1"/>
          </p:cNvPicPr>
          <p:nvPr/>
        </p:nvPicPr>
        <p:blipFill>
          <a:blip r:embed="rId5"/>
          <a:stretch>
            <a:fillRect/>
          </a:stretch>
        </p:blipFill>
        <p:spPr>
          <a:xfrm>
            <a:off x="1485900" y="2882900"/>
            <a:ext cx="8331200" cy="666750"/>
          </a:xfrm>
          <a:prstGeom prst="rect">
            <a:avLst/>
          </a:prstGeom>
        </p:spPr>
      </p:pic>
      <p:pic>
        <p:nvPicPr>
          <p:cNvPr id="6" name="Picture 5" descr="image.jpg"/>
          <p:cNvPicPr>
            <a:picLocks noChangeAspect="1"/>
          </p:cNvPicPr>
          <p:nvPr/>
        </p:nvPicPr>
        <p:blipFill>
          <a:blip r:embed="rId6"/>
          <a:stretch>
            <a:fillRect/>
          </a:stretch>
        </p:blipFill>
        <p:spPr>
          <a:xfrm>
            <a:off x="1485900" y="3771900"/>
            <a:ext cx="7696200" cy="323850"/>
          </a:xfrm>
          <a:prstGeom prst="rect">
            <a:avLst/>
          </a:prstGeom>
        </p:spPr>
      </p:pic>
      <p:pic>
        <p:nvPicPr>
          <p:cNvPr id="7" name="Picture 6" descr="image.jpg"/>
          <p:cNvPicPr>
            <a:picLocks noChangeAspect="1"/>
          </p:cNvPicPr>
          <p:nvPr/>
        </p:nvPicPr>
        <p:blipFill>
          <a:blip r:embed="rId7"/>
          <a:stretch>
            <a:fillRect/>
          </a:stretch>
        </p:blipFill>
        <p:spPr>
          <a:xfrm>
            <a:off x="1485900" y="4064000"/>
            <a:ext cx="7696200" cy="323850"/>
          </a:xfrm>
          <a:prstGeom prst="rect">
            <a:avLst/>
          </a:prstGeom>
        </p:spPr>
      </p:pic>
      <p:pic>
        <p:nvPicPr>
          <p:cNvPr id="8" name="Picture 7" descr="image.jpg"/>
          <p:cNvPicPr>
            <a:picLocks noChangeAspect="1"/>
          </p:cNvPicPr>
          <p:nvPr/>
        </p:nvPicPr>
        <p:blipFill>
          <a:blip r:embed="rId8"/>
          <a:stretch>
            <a:fillRect/>
          </a:stretch>
        </p:blipFill>
        <p:spPr>
          <a:xfrm>
            <a:off x="1485900" y="4356100"/>
            <a:ext cx="7696200" cy="323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22" presetClass="entr" presetSubtype="8"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wipe(right)">
                                      <p:cBhvr>
                                        <p:cTn id="12" dur="650"/>
                                        <p:tgtEl>
                                          <p:spTgt spid="4"/>
                                        </p:tgtEl>
                                      </p:cBhvr>
                                    </p:animEffect>
                                  </p:childTnLst>
                                </p:cTn>
                              </p:par>
                              <p:par>
                                <p:cTn id="13" presetID="42" presetClass="entr" presetSubtype="0"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66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88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42" presetClass="entr" presetSubtype="0"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decel="100000" fill="hold"/>
                                        <p:tgtEl>
                                          <p:spTgt spid="8"/>
                                        </p:tgtEl>
                                        <p:attrNameLst>
                                          <p:attrName>ppt_x</p:attrName>
                                        </p:attrNameLst>
                                      </p:cBhvr>
                                      <p:tavLst>
                                        <p:tav tm="0">
                                          <p:val>
                                            <p:strVal val="#ppt_x"/>
                                          </p:val>
                                        </p:tav>
                                        <p:tav tm="100000">
                                          <p:val>
                                            <p:strVal val="#ppt_x"/>
                                          </p:val>
                                        </p:tav>
                                      </p:tavLst>
                                    </p:anim>
                                    <p:anim calcmode="lin" valueType="num">
                                      <p:cBhvr>
                                        <p:cTn id="32" dur="5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295400"/>
            <a:ext cx="5918200" cy="3632200"/>
          </a:xfrm>
          <a:prstGeom prst="rect">
            <a:avLst/>
          </a:prstGeom>
        </p:spPr>
      </p:pic>
      <p:pic>
        <p:nvPicPr>
          <p:cNvPr id="4" name="Picture 3" descr="image.jpg"/>
          <p:cNvPicPr>
            <a:picLocks noChangeAspect="1"/>
          </p:cNvPicPr>
          <p:nvPr/>
        </p:nvPicPr>
        <p:blipFill>
          <a:blip r:embed="rId4"/>
          <a:stretch>
            <a:fillRect/>
          </a:stretch>
        </p:blipFill>
        <p:spPr>
          <a:xfrm>
            <a:off x="673100" y="4914900"/>
            <a:ext cx="5918200" cy="260350"/>
          </a:xfrm>
          <a:prstGeom prst="rect">
            <a:avLst/>
          </a:prstGeom>
        </p:spPr>
      </p:pic>
      <p:pic>
        <p:nvPicPr>
          <p:cNvPr id="5" name="Picture 4" descr="image.jpg"/>
          <p:cNvPicPr>
            <a:picLocks noChangeAspect="1"/>
          </p:cNvPicPr>
          <p:nvPr/>
        </p:nvPicPr>
        <p:blipFill>
          <a:blip r:embed="rId5"/>
          <a:stretch>
            <a:fillRect/>
          </a:stretch>
        </p:blipFill>
        <p:spPr>
          <a:xfrm>
            <a:off x="6756400" y="1295400"/>
            <a:ext cx="4775200" cy="2171700"/>
          </a:xfrm>
          <a:prstGeom prst="rect">
            <a:avLst/>
          </a:prstGeom>
        </p:spPr>
      </p:pic>
      <p:pic>
        <p:nvPicPr>
          <p:cNvPr id="6" name="Picture 5" descr="image.jpg"/>
          <p:cNvPicPr>
            <a:picLocks noChangeAspect="1"/>
          </p:cNvPicPr>
          <p:nvPr/>
        </p:nvPicPr>
        <p:blipFill>
          <a:blip r:embed="rId6"/>
          <a:stretch>
            <a:fillRect/>
          </a:stretch>
        </p:blipFill>
        <p:spPr>
          <a:xfrm>
            <a:off x="6756400" y="3441700"/>
            <a:ext cx="4775200" cy="260350"/>
          </a:xfrm>
          <a:prstGeom prst="rect">
            <a:avLst/>
          </a:prstGeom>
        </p:spPr>
      </p:pic>
      <p:pic>
        <p:nvPicPr>
          <p:cNvPr id="7" name="Picture 6" descr="image.jpg"/>
          <p:cNvPicPr>
            <a:picLocks noChangeAspect="1"/>
          </p:cNvPicPr>
          <p:nvPr/>
        </p:nvPicPr>
        <p:blipFill>
          <a:blip r:embed="rId7"/>
          <a:stretch>
            <a:fillRect/>
          </a:stretch>
        </p:blipFill>
        <p:spPr>
          <a:xfrm>
            <a:off x="6756400" y="3771900"/>
            <a:ext cx="4775200" cy="1835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800"/>
                                        <p:tgtEl>
                                          <p:spTgt spid="3"/>
                                        </p:tgtEl>
                                      </p:cBhvr>
                                    </p:animEffect>
                                  </p:childTnLst>
                                </p:cTn>
                              </p:par>
                              <p:par>
                                <p:cTn id="8" presetID="42" presetClass="entr" presetSubtype="0" fill="hold" nodeType="withEffect">
                                  <p:stCondLst>
                                    <p:cond delay="22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anim calcmode="lin" valueType="num">
                                      <p:cBhvr>
                                        <p:cTn id="11" dur="500" decel="100000" fill="hold"/>
                                        <p:tgtEl>
                                          <p:spTgt spid="4"/>
                                        </p:tgtEl>
                                        <p:attrNameLst>
                                          <p:attrName>ppt_x</p:attrName>
                                        </p:attrNameLst>
                                      </p:cBhvr>
                                      <p:tavLst>
                                        <p:tav tm="0">
                                          <p:val>
                                            <p:strVal val="#ppt_x"/>
                                          </p:val>
                                        </p:tav>
                                        <p:tav tm="100000">
                                          <p:val>
                                            <p:strVal val="#ppt_x"/>
                                          </p:val>
                                        </p:tav>
                                      </p:tavLst>
                                    </p:anim>
                                    <p:anim calcmode="lin" valueType="num">
                                      <p:cBhvr>
                                        <p:cTn id="12" dur="500" decel="100000" fill="hold"/>
                                        <p:tgtEl>
                                          <p:spTgt spid="4"/>
                                        </p:tgtEl>
                                        <p:attrNameLst>
                                          <p:attrName>ppt_y</p:attrName>
                                        </p:attrNameLst>
                                      </p:cBhvr>
                                      <p:tavLst>
                                        <p:tav tm="0">
                                          <p:val>
                                            <p:strVal val="#ppt_y+0.04"/>
                                          </p:val>
                                        </p:tav>
                                        <p:tav tm="100000">
                                          <p:val>
                                            <p:strVal val="#ppt_y"/>
                                          </p:val>
                                        </p:tav>
                                      </p:tavLst>
                                    </p:anim>
                                  </p:childTnLst>
                                </p:cTn>
                              </p:par>
                              <p:par>
                                <p:cTn id="13" presetID="22" presetClass="entr" presetSubtype="8"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wipe(right)">
                                      <p:cBhvr>
                                        <p:cTn id="15" dur="800"/>
                                        <p:tgtEl>
                                          <p:spTgt spid="5"/>
                                        </p:tgtEl>
                                      </p:cBhvr>
                                    </p:animEffect>
                                  </p:childTnLst>
                                </p:cTn>
                              </p:par>
                              <p:par>
                                <p:cTn id="16" presetID="42" presetClass="entr" presetSubtype="0" fill="hold" nodeType="withEffect">
                                  <p:stCondLst>
                                    <p:cond delay="66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decel="100000" fill="hold"/>
                                        <p:tgtEl>
                                          <p:spTgt spid="6"/>
                                        </p:tgtEl>
                                        <p:attrNameLst>
                                          <p:attrName>ppt_x</p:attrName>
                                        </p:attrNameLst>
                                      </p:cBhvr>
                                      <p:tavLst>
                                        <p:tav tm="0">
                                          <p:val>
                                            <p:strVal val="#ppt_x"/>
                                          </p:val>
                                        </p:tav>
                                        <p:tav tm="100000">
                                          <p:val>
                                            <p:strVal val="#ppt_x"/>
                                          </p:val>
                                        </p:tav>
                                      </p:tavLst>
                                    </p:anim>
                                    <p:anim calcmode="lin" valueType="num">
                                      <p:cBhvr>
                                        <p:cTn id="20" dur="500" decel="100000" fill="hold"/>
                                        <p:tgtEl>
                                          <p:spTgt spid="6"/>
                                        </p:tgtEl>
                                        <p:attrNameLst>
                                          <p:attrName>ppt_y</p:attrName>
                                        </p:attrNameLst>
                                      </p:cBhvr>
                                      <p:tavLst>
                                        <p:tav tm="0">
                                          <p:val>
                                            <p:strVal val="#ppt_y+0.04"/>
                                          </p:val>
                                        </p:tav>
                                        <p:tav tm="100000">
                                          <p:val>
                                            <p:strVal val="#ppt_y"/>
                                          </p:val>
                                        </p:tav>
                                      </p:tavLst>
                                    </p:anim>
                                  </p:childTnLst>
                                </p:cTn>
                              </p:par>
                              <p:par>
                                <p:cTn id="21" presetID="42" presetClass="entr" presetSubtype="0" fill="hold" nodeType="withEffect">
                                  <p:stCondLst>
                                    <p:cond delay="88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decel="100000" fill="hold"/>
                                        <p:tgtEl>
                                          <p:spTgt spid="7"/>
                                        </p:tgtEl>
                                        <p:attrNameLst>
                                          <p:attrName>ppt_x</p:attrName>
                                        </p:attrNameLst>
                                      </p:cBhvr>
                                      <p:tavLst>
                                        <p:tav tm="0">
                                          <p:val>
                                            <p:strVal val="#ppt_x"/>
                                          </p:val>
                                        </p:tav>
                                        <p:tav tm="100000">
                                          <p:val>
                                            <p:strVal val="#ppt_x"/>
                                          </p:val>
                                        </p:tav>
                                      </p:tavLst>
                                    </p:anim>
                                    <p:anim calcmode="lin" valueType="num">
                                      <p:cBhvr>
                                        <p:cTn id="25" dur="500" decel="100000" fill="hold"/>
                                        <p:tgtEl>
                                          <p:spTgt spid="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7150"/>
            <a:ext cx="5346700" cy="3378200"/>
          </a:xfrm>
          <a:prstGeom prst="rect">
            <a:avLst/>
          </a:prstGeom>
        </p:spPr>
      </p:pic>
      <p:pic>
        <p:nvPicPr>
          <p:cNvPr id="4" name="Picture 3" descr="image.jpg"/>
          <p:cNvPicPr>
            <a:picLocks noChangeAspect="1"/>
          </p:cNvPicPr>
          <p:nvPr/>
        </p:nvPicPr>
        <p:blipFill>
          <a:blip r:embed="rId4"/>
          <a:stretch>
            <a:fillRect/>
          </a:stretch>
        </p:blipFill>
        <p:spPr>
          <a:xfrm>
            <a:off x="673100" y="4711700"/>
            <a:ext cx="5346700" cy="539750"/>
          </a:xfrm>
          <a:prstGeom prst="rect">
            <a:avLst/>
          </a:prstGeom>
        </p:spPr>
      </p:pic>
      <p:pic>
        <p:nvPicPr>
          <p:cNvPr id="5" name="Picture 4" descr="image.jpg"/>
          <p:cNvPicPr>
            <a:picLocks noChangeAspect="1"/>
          </p:cNvPicPr>
          <p:nvPr/>
        </p:nvPicPr>
        <p:blipFill>
          <a:blip r:embed="rId5"/>
          <a:stretch>
            <a:fillRect/>
          </a:stretch>
        </p:blipFill>
        <p:spPr>
          <a:xfrm>
            <a:off x="6184900" y="1327150"/>
            <a:ext cx="5346700" cy="3378200"/>
          </a:xfrm>
          <a:prstGeom prst="rect">
            <a:avLst/>
          </a:prstGeom>
        </p:spPr>
      </p:pic>
      <p:pic>
        <p:nvPicPr>
          <p:cNvPr id="6" name="Picture 5" descr="image.jpg"/>
          <p:cNvPicPr>
            <a:picLocks noChangeAspect="1"/>
          </p:cNvPicPr>
          <p:nvPr/>
        </p:nvPicPr>
        <p:blipFill>
          <a:blip r:embed="rId6"/>
          <a:stretch>
            <a:fillRect/>
          </a:stretch>
        </p:blipFill>
        <p:spPr>
          <a:xfrm>
            <a:off x="6184900" y="4711700"/>
            <a:ext cx="5346700" cy="539750"/>
          </a:xfrm>
          <a:prstGeom prst="rect">
            <a:avLst/>
          </a:prstGeom>
        </p:spPr>
      </p:pic>
      <p:pic>
        <p:nvPicPr>
          <p:cNvPr id="7" name="Picture 6" descr="image.jpg"/>
          <p:cNvPicPr>
            <a:picLocks noChangeAspect="1"/>
          </p:cNvPicPr>
          <p:nvPr/>
        </p:nvPicPr>
        <p:blipFill>
          <a:blip r:embed="rId7"/>
          <a:stretch>
            <a:fillRect/>
          </a:stretch>
        </p:blipFill>
        <p:spPr>
          <a:xfrm>
            <a:off x="3517900" y="5600700"/>
            <a:ext cx="215900" cy="215900"/>
          </a:xfrm>
          <a:prstGeom prst="rect">
            <a:avLst/>
          </a:prstGeom>
        </p:spPr>
      </p:pic>
      <p:pic>
        <p:nvPicPr>
          <p:cNvPr id="8" name="Picture 7" descr="image.jpg"/>
          <p:cNvPicPr>
            <a:picLocks noChangeAspect="1"/>
          </p:cNvPicPr>
          <p:nvPr/>
        </p:nvPicPr>
        <p:blipFill>
          <a:blip r:embed="rId8"/>
          <a:stretch>
            <a:fillRect/>
          </a:stretch>
        </p:blipFill>
        <p:spPr>
          <a:xfrm>
            <a:off x="3721100" y="5549900"/>
            <a:ext cx="2616200" cy="279400"/>
          </a:xfrm>
          <a:prstGeom prst="rect">
            <a:avLst/>
          </a:prstGeom>
        </p:spPr>
      </p:pic>
      <p:pic>
        <p:nvPicPr>
          <p:cNvPr id="9" name="Picture 8" descr="image.jpg"/>
          <p:cNvPicPr>
            <a:picLocks noChangeAspect="1"/>
          </p:cNvPicPr>
          <p:nvPr/>
        </p:nvPicPr>
        <p:blipFill>
          <a:blip r:embed="rId9"/>
          <a:stretch>
            <a:fillRect/>
          </a:stretch>
        </p:blipFill>
        <p:spPr>
          <a:xfrm>
            <a:off x="4965700" y="5600700"/>
            <a:ext cx="215900" cy="215900"/>
          </a:xfrm>
          <a:prstGeom prst="rect">
            <a:avLst/>
          </a:prstGeom>
        </p:spPr>
      </p:pic>
      <p:pic>
        <p:nvPicPr>
          <p:cNvPr id="10" name="Picture 9" descr="image.jpg"/>
          <p:cNvPicPr>
            <a:picLocks noChangeAspect="1"/>
          </p:cNvPicPr>
          <p:nvPr/>
        </p:nvPicPr>
        <p:blipFill>
          <a:blip r:embed="rId10"/>
          <a:stretch>
            <a:fillRect/>
          </a:stretch>
        </p:blipFill>
        <p:spPr>
          <a:xfrm>
            <a:off x="5168900" y="5549900"/>
            <a:ext cx="2616200" cy="279400"/>
          </a:xfrm>
          <a:prstGeom prst="rect">
            <a:avLst/>
          </a:prstGeom>
        </p:spPr>
      </p:pic>
      <p:pic>
        <p:nvPicPr>
          <p:cNvPr id="11" name="Picture 10" descr="image.jpg"/>
          <p:cNvPicPr>
            <a:picLocks noChangeAspect="1"/>
          </p:cNvPicPr>
          <p:nvPr/>
        </p:nvPicPr>
        <p:blipFill>
          <a:blip r:embed="rId11"/>
          <a:stretch>
            <a:fillRect/>
          </a:stretch>
        </p:blipFill>
        <p:spPr>
          <a:xfrm>
            <a:off x="7251700" y="5600700"/>
            <a:ext cx="215900" cy="215900"/>
          </a:xfrm>
          <a:prstGeom prst="rect">
            <a:avLst/>
          </a:prstGeom>
        </p:spPr>
      </p:pic>
      <p:pic>
        <p:nvPicPr>
          <p:cNvPr id="12" name="Picture 11" descr="image.jpg"/>
          <p:cNvPicPr>
            <a:picLocks noChangeAspect="1"/>
          </p:cNvPicPr>
          <p:nvPr/>
        </p:nvPicPr>
        <p:blipFill>
          <a:blip r:embed="rId12"/>
          <a:stretch>
            <a:fillRect/>
          </a:stretch>
        </p:blipFill>
        <p:spPr>
          <a:xfrm>
            <a:off x="7454900" y="5549900"/>
            <a:ext cx="2616200" cy="279400"/>
          </a:xfrm>
          <a:prstGeom prst="rect">
            <a:avLst/>
          </a:prstGeom>
        </p:spPr>
      </p:pic>
      <p:pic>
        <p:nvPicPr>
          <p:cNvPr id="13" name="Picture 12" descr="image.jpg"/>
          <p:cNvPicPr>
            <a:picLocks noChangeAspect="1"/>
          </p:cNvPicPr>
          <p:nvPr/>
        </p:nvPicPr>
        <p:blipFill>
          <a:blip r:embed="rId13"/>
          <a:stretch>
            <a:fillRect/>
          </a:stretch>
        </p:blipFill>
        <p:spPr>
          <a:xfrm>
            <a:off x="673100" y="5867400"/>
            <a:ext cx="10871200" cy="26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800"/>
                                        <p:tgtEl>
                                          <p:spTgt spid="3"/>
                                        </p:tgtEl>
                                      </p:cBhvr>
                                    </p:animEffect>
                                  </p:childTnLst>
                                </p:cTn>
                              </p:par>
                              <p:par>
                                <p:cTn id="8" presetID="42" presetClass="entr" presetSubtype="0" fill="hold" nodeType="withEffect">
                                  <p:stCondLst>
                                    <p:cond delay="22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anim calcmode="lin" valueType="num">
                                      <p:cBhvr>
                                        <p:cTn id="11" dur="500" decel="100000" fill="hold"/>
                                        <p:tgtEl>
                                          <p:spTgt spid="4"/>
                                        </p:tgtEl>
                                        <p:attrNameLst>
                                          <p:attrName>ppt_x</p:attrName>
                                        </p:attrNameLst>
                                      </p:cBhvr>
                                      <p:tavLst>
                                        <p:tav tm="0">
                                          <p:val>
                                            <p:strVal val="#ppt_x"/>
                                          </p:val>
                                        </p:tav>
                                        <p:tav tm="100000">
                                          <p:val>
                                            <p:strVal val="#ppt_x"/>
                                          </p:val>
                                        </p:tav>
                                      </p:tavLst>
                                    </p:anim>
                                    <p:anim calcmode="lin" valueType="num">
                                      <p:cBhvr>
                                        <p:cTn id="12" dur="500" decel="100000" fill="hold"/>
                                        <p:tgtEl>
                                          <p:spTgt spid="4"/>
                                        </p:tgtEl>
                                        <p:attrNameLst>
                                          <p:attrName>ppt_y</p:attrName>
                                        </p:attrNameLst>
                                      </p:cBhvr>
                                      <p:tavLst>
                                        <p:tav tm="0">
                                          <p:val>
                                            <p:strVal val="#ppt_y+0.04"/>
                                          </p:val>
                                        </p:tav>
                                        <p:tav tm="100000">
                                          <p:val>
                                            <p:strVal val="#ppt_y"/>
                                          </p:val>
                                        </p:tav>
                                      </p:tavLst>
                                    </p:anim>
                                  </p:childTnLst>
                                </p:cTn>
                              </p:par>
                              <p:par>
                                <p:cTn id="13" presetID="10" presetClass="entr" presetSubtype="0" fill="hold" nodeType="withEffect">
                                  <p:stCondLst>
                                    <p:cond delay="44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42" presetClass="entr" presetSubtype="0" fill="hold" nodeType="withEffect">
                                  <p:stCondLst>
                                    <p:cond delay="66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decel="100000" fill="hold"/>
                                        <p:tgtEl>
                                          <p:spTgt spid="8"/>
                                        </p:tgtEl>
                                        <p:attrNameLst>
                                          <p:attrName>ppt_x</p:attrName>
                                        </p:attrNameLst>
                                      </p:cBhvr>
                                      <p:tavLst>
                                        <p:tav tm="0">
                                          <p:val>
                                            <p:strVal val="#ppt_x"/>
                                          </p:val>
                                        </p:tav>
                                        <p:tav tm="100000">
                                          <p:val>
                                            <p:strVal val="#ppt_x"/>
                                          </p:val>
                                        </p:tav>
                                      </p:tavLst>
                                    </p:anim>
                                    <p:anim calcmode="lin" valueType="num">
                                      <p:cBhvr>
                                        <p:cTn id="20" dur="500" decel="100000" fill="hold"/>
                                        <p:tgtEl>
                                          <p:spTgt spid="8"/>
                                        </p:tgtEl>
                                        <p:attrNameLst>
                                          <p:attrName>ppt_y</p:attrName>
                                        </p:attrNameLst>
                                      </p:cBhvr>
                                      <p:tavLst>
                                        <p:tav tm="0">
                                          <p:val>
                                            <p:strVal val="#ppt_y+0.04"/>
                                          </p:val>
                                        </p:tav>
                                        <p:tav tm="100000">
                                          <p:val>
                                            <p:strVal val="#ppt_y"/>
                                          </p:val>
                                        </p:tav>
                                      </p:tavLst>
                                    </p:anim>
                                  </p:childTnLst>
                                </p:cTn>
                              </p:par>
                              <p:par>
                                <p:cTn id="21" presetID="10" presetClass="entr" presetSubtype="0" fill="hold" nodeType="withEffect">
                                  <p:stCondLst>
                                    <p:cond delay="88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childTnLst>
                                </p:cTn>
                              </p:par>
                              <p:par>
                                <p:cTn id="24" presetID="42" presetClass="entr" presetSubtype="0" fill="hold" nodeType="withEffect">
                                  <p:stCondLst>
                                    <p:cond delay="11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decel="100000" fill="hold"/>
                                        <p:tgtEl>
                                          <p:spTgt spid="10"/>
                                        </p:tgtEl>
                                        <p:attrNameLst>
                                          <p:attrName>ppt_x</p:attrName>
                                        </p:attrNameLst>
                                      </p:cBhvr>
                                      <p:tavLst>
                                        <p:tav tm="0">
                                          <p:val>
                                            <p:strVal val="#ppt_x"/>
                                          </p:val>
                                        </p:tav>
                                        <p:tav tm="100000">
                                          <p:val>
                                            <p:strVal val="#ppt_x"/>
                                          </p:val>
                                        </p:tav>
                                      </p:tavLst>
                                    </p:anim>
                                    <p:anim calcmode="lin" valueType="num">
                                      <p:cBhvr>
                                        <p:cTn id="28" dur="500" decel="100000" fill="hold"/>
                                        <p:tgtEl>
                                          <p:spTgt spid="10"/>
                                        </p:tgtEl>
                                        <p:attrNameLst>
                                          <p:attrName>ppt_y</p:attrName>
                                        </p:attrNameLst>
                                      </p:cBhvr>
                                      <p:tavLst>
                                        <p:tav tm="0">
                                          <p:val>
                                            <p:strVal val="#ppt_y+0.04"/>
                                          </p:val>
                                        </p:tav>
                                        <p:tav tm="100000">
                                          <p:val>
                                            <p:strVal val="#ppt_y"/>
                                          </p:val>
                                        </p:tav>
                                      </p:tavLst>
                                    </p:anim>
                                  </p:childTnLst>
                                </p:cTn>
                              </p:par>
                              <p:par>
                                <p:cTn id="29" presetID="10" presetClass="entr" presetSubtype="0" fill="hold" nodeType="withEffect">
                                  <p:stCondLst>
                                    <p:cond delay="132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42" presetClass="entr" presetSubtype="0" fill="hold" nodeType="withEffect">
                                  <p:stCondLst>
                                    <p:cond delay="154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anim calcmode="lin" valueType="num">
                                      <p:cBhvr>
                                        <p:cTn id="35" dur="500" decel="100000" fill="hold"/>
                                        <p:tgtEl>
                                          <p:spTgt spid="12"/>
                                        </p:tgtEl>
                                        <p:attrNameLst>
                                          <p:attrName>ppt_x</p:attrName>
                                        </p:attrNameLst>
                                      </p:cBhvr>
                                      <p:tavLst>
                                        <p:tav tm="0">
                                          <p:val>
                                            <p:strVal val="#ppt_x"/>
                                          </p:val>
                                        </p:tav>
                                        <p:tav tm="100000">
                                          <p:val>
                                            <p:strVal val="#ppt_x"/>
                                          </p:val>
                                        </p:tav>
                                      </p:tavLst>
                                    </p:anim>
                                    <p:anim calcmode="lin" valueType="num">
                                      <p:cBhvr>
                                        <p:cTn id="36" dur="500" decel="100000" fill="hold"/>
                                        <p:tgtEl>
                                          <p:spTgt spid="12"/>
                                        </p:tgtEl>
                                        <p:attrNameLst>
                                          <p:attrName>ppt_y</p:attrName>
                                        </p:attrNameLst>
                                      </p:cBhvr>
                                      <p:tavLst>
                                        <p:tav tm="0">
                                          <p:val>
                                            <p:strVal val="#ppt_y+0.04"/>
                                          </p:val>
                                        </p:tav>
                                        <p:tav tm="100000">
                                          <p:val>
                                            <p:strVal val="#ppt_y"/>
                                          </p:val>
                                        </p:tav>
                                      </p:tavLst>
                                    </p:anim>
                                  </p:childTnLst>
                                </p:cTn>
                              </p:par>
                              <p:par>
                                <p:cTn id="37" presetID="42" presetClass="entr" presetSubtype="0" fill="hold" nodeType="withEffect">
                                  <p:stCondLst>
                                    <p:cond delay="176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anim calcmode="lin" valueType="num">
                                      <p:cBhvr>
                                        <p:cTn id="40" dur="500" decel="100000" fill="hold"/>
                                        <p:tgtEl>
                                          <p:spTgt spid="13"/>
                                        </p:tgtEl>
                                        <p:attrNameLst>
                                          <p:attrName>ppt_x</p:attrName>
                                        </p:attrNameLst>
                                      </p:cBhvr>
                                      <p:tavLst>
                                        <p:tav tm="0">
                                          <p:val>
                                            <p:strVal val="#ppt_x"/>
                                          </p:val>
                                        </p:tav>
                                        <p:tav tm="100000">
                                          <p:val>
                                            <p:strVal val="#ppt_x"/>
                                          </p:val>
                                        </p:tav>
                                      </p:tavLst>
                                    </p:anim>
                                    <p:anim calcmode="lin" valueType="num">
                                      <p:cBhvr>
                                        <p:cTn id="41" dur="500" decel="100000" fill="hold"/>
                                        <p:tgtEl>
                                          <p:spTgt spid="13"/>
                                        </p:tgtEl>
                                        <p:attrNameLst>
                                          <p:attrName>ppt_y</p:attrName>
                                        </p:attrNameLst>
                                      </p:cBhvr>
                                      <p:tavLst>
                                        <p:tav tm="0">
                                          <p:val>
                                            <p:strVal val="#ppt_y+0.04"/>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5"/>
                                        </p:tgtEl>
                                        <p:attrNameLst>
                                          <p:attrName>style.visibility</p:attrName>
                                        </p:attrNameLst>
                                      </p:cBhvr>
                                      <p:to>
                                        <p:strVal val="visible"/>
                                      </p:to>
                                    </p:set>
                                    <p:animEffect transition="in" filter="wipe(right)">
                                      <p:cBhvr>
                                        <p:cTn id="46" dur="800"/>
                                        <p:tgtEl>
                                          <p:spTgt spid="5"/>
                                        </p:tgtEl>
                                      </p:cBhvr>
                                    </p:animEffect>
                                  </p:childTnLst>
                                </p:cTn>
                              </p:par>
                              <p:par>
                                <p:cTn id="47" presetID="42" presetClass="entr" presetSubtype="0" fill="hold" nodeType="withEffect">
                                  <p:stCondLst>
                                    <p:cond delay="0"/>
                                  </p:stCondLst>
                                  <p:childTnLst>
                                    <p:set>
                                      <p:cBhvr>
                                        <p:cTn id="48" dur="1" fill="hold">
                                          <p:stCondLst>
                                            <p:cond delay="0"/>
                                          </p:stCondLst>
                                        </p:cTn>
                                        <p:tgtEl>
                                          <p:spTgt spid="6"/>
                                        </p:tgtEl>
                                        <p:attrNameLst>
                                          <p:attrName>style.visibility</p:attrName>
                                        </p:attrNameLst>
                                      </p:cBhvr>
                                      <p:to>
                                        <p:strVal val="visible"/>
                                      </p:to>
                                    </p:set>
                                    <p:animEffect transition="in" filter="fade">
                                      <p:cBhvr>
                                        <p:cTn id="49" dur="500"/>
                                        <p:tgtEl>
                                          <p:spTgt spid="6"/>
                                        </p:tgtEl>
                                      </p:cBhvr>
                                    </p:animEffect>
                                    <p:anim calcmode="lin" valueType="num">
                                      <p:cBhvr>
                                        <p:cTn id="50" dur="500" decel="100000" fill="hold"/>
                                        <p:tgtEl>
                                          <p:spTgt spid="6"/>
                                        </p:tgtEl>
                                        <p:attrNameLst>
                                          <p:attrName>ppt_x</p:attrName>
                                        </p:attrNameLst>
                                      </p:cBhvr>
                                      <p:tavLst>
                                        <p:tav tm="0">
                                          <p:val>
                                            <p:strVal val="#ppt_x"/>
                                          </p:val>
                                        </p:tav>
                                        <p:tav tm="100000">
                                          <p:val>
                                            <p:strVal val="#ppt_x"/>
                                          </p:val>
                                        </p:tav>
                                      </p:tavLst>
                                    </p:anim>
                                    <p:anim calcmode="lin" valueType="num">
                                      <p:cBhvr>
                                        <p:cTn id="51" dur="500" decel="100000" fill="hold"/>
                                        <p:tgtEl>
                                          <p:spTgt spid="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7150"/>
            <a:ext cx="5384800" cy="2171700"/>
          </a:xfrm>
          <a:prstGeom prst="rect">
            <a:avLst/>
          </a:prstGeom>
        </p:spPr>
      </p:pic>
      <p:pic>
        <p:nvPicPr>
          <p:cNvPr id="4" name="Picture 3" descr="image.jpg"/>
          <p:cNvPicPr>
            <a:picLocks noChangeAspect="1"/>
          </p:cNvPicPr>
          <p:nvPr/>
        </p:nvPicPr>
        <p:blipFill>
          <a:blip r:embed="rId4"/>
          <a:stretch>
            <a:fillRect/>
          </a:stretch>
        </p:blipFill>
        <p:spPr>
          <a:xfrm>
            <a:off x="838200" y="2381250"/>
            <a:ext cx="1282700" cy="292100"/>
          </a:xfrm>
          <a:prstGeom prst="rect">
            <a:avLst/>
          </a:prstGeom>
        </p:spPr>
      </p:pic>
      <p:pic>
        <p:nvPicPr>
          <p:cNvPr id="5" name="Picture 4" descr="image.jpg"/>
          <p:cNvPicPr>
            <a:picLocks noChangeAspect="1"/>
          </p:cNvPicPr>
          <p:nvPr/>
        </p:nvPicPr>
        <p:blipFill>
          <a:blip r:embed="rId5"/>
          <a:stretch>
            <a:fillRect/>
          </a:stretch>
        </p:blipFill>
        <p:spPr>
          <a:xfrm>
            <a:off x="2133600" y="2343150"/>
            <a:ext cx="2292350" cy="393700"/>
          </a:xfrm>
          <a:prstGeom prst="rect">
            <a:avLst/>
          </a:prstGeom>
        </p:spPr>
      </p:pic>
      <p:pic>
        <p:nvPicPr>
          <p:cNvPr id="6" name="Picture 5" descr="image.jpg"/>
          <p:cNvPicPr>
            <a:picLocks noChangeAspect="1"/>
          </p:cNvPicPr>
          <p:nvPr/>
        </p:nvPicPr>
        <p:blipFill>
          <a:blip r:embed="rId6"/>
          <a:stretch>
            <a:fillRect/>
          </a:stretch>
        </p:blipFill>
        <p:spPr>
          <a:xfrm>
            <a:off x="4413250" y="2381250"/>
            <a:ext cx="1092200" cy="311150"/>
          </a:xfrm>
          <a:prstGeom prst="rect">
            <a:avLst/>
          </a:prstGeom>
        </p:spPr>
      </p:pic>
      <p:pic>
        <p:nvPicPr>
          <p:cNvPr id="7" name="Picture 6" descr="image.jpg"/>
          <p:cNvPicPr>
            <a:picLocks noChangeAspect="1"/>
          </p:cNvPicPr>
          <p:nvPr/>
        </p:nvPicPr>
        <p:blipFill>
          <a:blip r:embed="rId7"/>
          <a:stretch>
            <a:fillRect/>
          </a:stretch>
        </p:blipFill>
        <p:spPr>
          <a:xfrm>
            <a:off x="838200" y="2863850"/>
            <a:ext cx="1282700" cy="292100"/>
          </a:xfrm>
          <a:prstGeom prst="rect">
            <a:avLst/>
          </a:prstGeom>
        </p:spPr>
      </p:pic>
      <p:pic>
        <p:nvPicPr>
          <p:cNvPr id="8" name="Picture 7" descr="image.jpg"/>
          <p:cNvPicPr>
            <a:picLocks noChangeAspect="1"/>
          </p:cNvPicPr>
          <p:nvPr/>
        </p:nvPicPr>
        <p:blipFill>
          <a:blip r:embed="rId8"/>
          <a:stretch>
            <a:fillRect/>
          </a:stretch>
        </p:blipFill>
        <p:spPr>
          <a:xfrm>
            <a:off x="2133600" y="2825750"/>
            <a:ext cx="2914650" cy="393700"/>
          </a:xfrm>
          <a:prstGeom prst="rect">
            <a:avLst/>
          </a:prstGeom>
        </p:spPr>
      </p:pic>
      <p:pic>
        <p:nvPicPr>
          <p:cNvPr id="9" name="Picture 8" descr="image.jpg"/>
          <p:cNvPicPr>
            <a:picLocks noChangeAspect="1"/>
          </p:cNvPicPr>
          <p:nvPr/>
        </p:nvPicPr>
        <p:blipFill>
          <a:blip r:embed="rId9"/>
          <a:stretch>
            <a:fillRect/>
          </a:stretch>
        </p:blipFill>
        <p:spPr>
          <a:xfrm>
            <a:off x="5035550" y="2863850"/>
            <a:ext cx="1092200" cy="311150"/>
          </a:xfrm>
          <a:prstGeom prst="rect">
            <a:avLst/>
          </a:prstGeom>
        </p:spPr>
      </p:pic>
      <p:pic>
        <p:nvPicPr>
          <p:cNvPr id="10" name="Picture 9" descr="image.jpg"/>
          <p:cNvPicPr>
            <a:picLocks noChangeAspect="1"/>
          </p:cNvPicPr>
          <p:nvPr/>
        </p:nvPicPr>
        <p:blipFill>
          <a:blip r:embed="rId10"/>
          <a:stretch>
            <a:fillRect/>
          </a:stretch>
        </p:blipFill>
        <p:spPr>
          <a:xfrm>
            <a:off x="6159500" y="1327150"/>
            <a:ext cx="5384800" cy="2171700"/>
          </a:xfrm>
          <a:prstGeom prst="rect">
            <a:avLst/>
          </a:prstGeom>
        </p:spPr>
      </p:pic>
      <p:pic>
        <p:nvPicPr>
          <p:cNvPr id="11" name="Picture 10" descr="image.jpg"/>
          <p:cNvPicPr>
            <a:picLocks noChangeAspect="1"/>
          </p:cNvPicPr>
          <p:nvPr/>
        </p:nvPicPr>
        <p:blipFill>
          <a:blip r:embed="rId11"/>
          <a:stretch>
            <a:fillRect/>
          </a:stretch>
        </p:blipFill>
        <p:spPr>
          <a:xfrm>
            <a:off x="6324600" y="2381250"/>
            <a:ext cx="1282700" cy="292100"/>
          </a:xfrm>
          <a:prstGeom prst="rect">
            <a:avLst/>
          </a:prstGeom>
        </p:spPr>
      </p:pic>
      <p:pic>
        <p:nvPicPr>
          <p:cNvPr id="12" name="Picture 11" descr="image.jpg"/>
          <p:cNvPicPr>
            <a:picLocks noChangeAspect="1"/>
          </p:cNvPicPr>
          <p:nvPr/>
        </p:nvPicPr>
        <p:blipFill>
          <a:blip r:embed="rId12"/>
          <a:stretch>
            <a:fillRect/>
          </a:stretch>
        </p:blipFill>
        <p:spPr>
          <a:xfrm>
            <a:off x="7620000" y="2343150"/>
            <a:ext cx="234950" cy="393700"/>
          </a:xfrm>
          <a:prstGeom prst="rect">
            <a:avLst/>
          </a:prstGeom>
        </p:spPr>
      </p:pic>
      <p:pic>
        <p:nvPicPr>
          <p:cNvPr id="13" name="Picture 12" descr="image.jpg"/>
          <p:cNvPicPr>
            <a:picLocks noChangeAspect="1"/>
          </p:cNvPicPr>
          <p:nvPr/>
        </p:nvPicPr>
        <p:blipFill>
          <a:blip r:embed="rId13"/>
          <a:stretch>
            <a:fillRect/>
          </a:stretch>
        </p:blipFill>
        <p:spPr>
          <a:xfrm>
            <a:off x="7842250" y="2381250"/>
            <a:ext cx="1092200" cy="311150"/>
          </a:xfrm>
          <a:prstGeom prst="rect">
            <a:avLst/>
          </a:prstGeom>
        </p:spPr>
      </p:pic>
      <p:pic>
        <p:nvPicPr>
          <p:cNvPr id="14" name="Picture 13" descr="image.jpg"/>
          <p:cNvPicPr>
            <a:picLocks noChangeAspect="1"/>
          </p:cNvPicPr>
          <p:nvPr/>
        </p:nvPicPr>
        <p:blipFill>
          <a:blip r:embed="rId7"/>
          <a:stretch>
            <a:fillRect/>
          </a:stretch>
        </p:blipFill>
        <p:spPr>
          <a:xfrm>
            <a:off x="6324600" y="2863850"/>
            <a:ext cx="1282700" cy="292100"/>
          </a:xfrm>
          <a:prstGeom prst="rect">
            <a:avLst/>
          </a:prstGeom>
        </p:spPr>
      </p:pic>
      <p:pic>
        <p:nvPicPr>
          <p:cNvPr id="15" name="Picture 14" descr="image.jpg"/>
          <p:cNvPicPr>
            <a:picLocks noChangeAspect="1"/>
          </p:cNvPicPr>
          <p:nvPr/>
        </p:nvPicPr>
        <p:blipFill>
          <a:blip r:embed="rId14"/>
          <a:stretch>
            <a:fillRect/>
          </a:stretch>
        </p:blipFill>
        <p:spPr>
          <a:xfrm>
            <a:off x="7620000" y="2825750"/>
            <a:ext cx="2857500" cy="393700"/>
          </a:xfrm>
          <a:prstGeom prst="rect">
            <a:avLst/>
          </a:prstGeom>
        </p:spPr>
      </p:pic>
      <p:pic>
        <p:nvPicPr>
          <p:cNvPr id="16" name="Picture 15" descr="image.jpg"/>
          <p:cNvPicPr>
            <a:picLocks noChangeAspect="1"/>
          </p:cNvPicPr>
          <p:nvPr/>
        </p:nvPicPr>
        <p:blipFill>
          <a:blip r:embed="rId15"/>
          <a:stretch>
            <a:fillRect/>
          </a:stretch>
        </p:blipFill>
        <p:spPr>
          <a:xfrm>
            <a:off x="10464800" y="2863850"/>
            <a:ext cx="1092200" cy="311150"/>
          </a:xfrm>
          <a:prstGeom prst="rect">
            <a:avLst/>
          </a:prstGeom>
        </p:spPr>
      </p:pic>
      <p:pic>
        <p:nvPicPr>
          <p:cNvPr id="17" name="Picture 16" descr="image.jpg"/>
          <p:cNvPicPr>
            <a:picLocks noChangeAspect="1"/>
          </p:cNvPicPr>
          <p:nvPr/>
        </p:nvPicPr>
        <p:blipFill>
          <a:blip r:embed="rId16"/>
          <a:stretch>
            <a:fillRect/>
          </a:stretch>
        </p:blipFill>
        <p:spPr>
          <a:xfrm>
            <a:off x="673100" y="3613150"/>
            <a:ext cx="5384800" cy="2171700"/>
          </a:xfrm>
          <a:prstGeom prst="rect">
            <a:avLst/>
          </a:prstGeom>
        </p:spPr>
      </p:pic>
      <p:pic>
        <p:nvPicPr>
          <p:cNvPr id="18" name="Picture 17" descr="image.jpg"/>
          <p:cNvPicPr>
            <a:picLocks noChangeAspect="1"/>
          </p:cNvPicPr>
          <p:nvPr/>
        </p:nvPicPr>
        <p:blipFill>
          <a:blip r:embed="rId17"/>
          <a:stretch>
            <a:fillRect/>
          </a:stretch>
        </p:blipFill>
        <p:spPr>
          <a:xfrm>
            <a:off x="838200" y="4667250"/>
            <a:ext cx="1282700" cy="292100"/>
          </a:xfrm>
          <a:prstGeom prst="rect">
            <a:avLst/>
          </a:prstGeom>
        </p:spPr>
      </p:pic>
      <p:pic>
        <p:nvPicPr>
          <p:cNvPr id="19" name="Picture 18" descr="image.jpg"/>
          <p:cNvPicPr>
            <a:picLocks noChangeAspect="1"/>
          </p:cNvPicPr>
          <p:nvPr/>
        </p:nvPicPr>
        <p:blipFill>
          <a:blip r:embed="rId18"/>
          <a:stretch>
            <a:fillRect/>
          </a:stretch>
        </p:blipFill>
        <p:spPr>
          <a:xfrm>
            <a:off x="2133600" y="4629150"/>
            <a:ext cx="914400" cy="393700"/>
          </a:xfrm>
          <a:prstGeom prst="rect">
            <a:avLst/>
          </a:prstGeom>
        </p:spPr>
      </p:pic>
      <p:pic>
        <p:nvPicPr>
          <p:cNvPr id="20" name="Picture 19" descr="image.jpg"/>
          <p:cNvPicPr>
            <a:picLocks noChangeAspect="1"/>
          </p:cNvPicPr>
          <p:nvPr/>
        </p:nvPicPr>
        <p:blipFill>
          <a:blip r:embed="rId19"/>
          <a:stretch>
            <a:fillRect/>
          </a:stretch>
        </p:blipFill>
        <p:spPr>
          <a:xfrm>
            <a:off x="3035300" y="4667250"/>
            <a:ext cx="1092200" cy="311150"/>
          </a:xfrm>
          <a:prstGeom prst="rect">
            <a:avLst/>
          </a:prstGeom>
        </p:spPr>
      </p:pic>
      <p:pic>
        <p:nvPicPr>
          <p:cNvPr id="21" name="Picture 20" descr="image.jpg"/>
          <p:cNvPicPr>
            <a:picLocks noChangeAspect="1"/>
          </p:cNvPicPr>
          <p:nvPr/>
        </p:nvPicPr>
        <p:blipFill>
          <a:blip r:embed="rId20"/>
          <a:stretch>
            <a:fillRect/>
          </a:stretch>
        </p:blipFill>
        <p:spPr>
          <a:xfrm>
            <a:off x="838200" y="5149850"/>
            <a:ext cx="1282700" cy="292100"/>
          </a:xfrm>
          <a:prstGeom prst="rect">
            <a:avLst/>
          </a:prstGeom>
        </p:spPr>
      </p:pic>
      <p:pic>
        <p:nvPicPr>
          <p:cNvPr id="22" name="Picture 21" descr="image.jpg"/>
          <p:cNvPicPr>
            <a:picLocks noChangeAspect="1"/>
          </p:cNvPicPr>
          <p:nvPr/>
        </p:nvPicPr>
        <p:blipFill>
          <a:blip r:embed="rId21"/>
          <a:stretch>
            <a:fillRect/>
          </a:stretch>
        </p:blipFill>
        <p:spPr>
          <a:xfrm>
            <a:off x="2133600" y="5111750"/>
            <a:ext cx="2908300" cy="393700"/>
          </a:xfrm>
          <a:prstGeom prst="rect">
            <a:avLst/>
          </a:prstGeom>
        </p:spPr>
      </p:pic>
      <p:pic>
        <p:nvPicPr>
          <p:cNvPr id="23" name="Picture 22" descr="image.jpg"/>
          <p:cNvPicPr>
            <a:picLocks noChangeAspect="1"/>
          </p:cNvPicPr>
          <p:nvPr/>
        </p:nvPicPr>
        <p:blipFill>
          <a:blip r:embed="rId22"/>
          <a:stretch>
            <a:fillRect/>
          </a:stretch>
        </p:blipFill>
        <p:spPr>
          <a:xfrm>
            <a:off x="5029200" y="5149850"/>
            <a:ext cx="1092200" cy="311150"/>
          </a:xfrm>
          <a:prstGeom prst="rect">
            <a:avLst/>
          </a:prstGeom>
        </p:spPr>
      </p:pic>
      <p:pic>
        <p:nvPicPr>
          <p:cNvPr id="24" name="Picture 23" descr="image.jpg"/>
          <p:cNvPicPr>
            <a:picLocks noChangeAspect="1"/>
          </p:cNvPicPr>
          <p:nvPr/>
        </p:nvPicPr>
        <p:blipFill>
          <a:blip r:embed="rId23"/>
          <a:stretch>
            <a:fillRect/>
          </a:stretch>
        </p:blipFill>
        <p:spPr>
          <a:xfrm>
            <a:off x="6159500" y="3613150"/>
            <a:ext cx="5384800" cy="2171700"/>
          </a:xfrm>
          <a:prstGeom prst="rect">
            <a:avLst/>
          </a:prstGeom>
        </p:spPr>
      </p:pic>
      <p:pic>
        <p:nvPicPr>
          <p:cNvPr id="25" name="Picture 24" descr="image.jpg"/>
          <p:cNvPicPr>
            <a:picLocks noChangeAspect="1"/>
          </p:cNvPicPr>
          <p:nvPr/>
        </p:nvPicPr>
        <p:blipFill>
          <a:blip r:embed="rId24"/>
          <a:stretch>
            <a:fillRect/>
          </a:stretch>
        </p:blipFill>
        <p:spPr>
          <a:xfrm>
            <a:off x="6324600" y="4667250"/>
            <a:ext cx="1282700" cy="292100"/>
          </a:xfrm>
          <a:prstGeom prst="rect">
            <a:avLst/>
          </a:prstGeom>
        </p:spPr>
      </p:pic>
      <p:pic>
        <p:nvPicPr>
          <p:cNvPr id="26" name="Picture 25" descr="image.jpg"/>
          <p:cNvPicPr>
            <a:picLocks noChangeAspect="1"/>
          </p:cNvPicPr>
          <p:nvPr/>
        </p:nvPicPr>
        <p:blipFill>
          <a:blip r:embed="rId25"/>
          <a:stretch>
            <a:fillRect/>
          </a:stretch>
        </p:blipFill>
        <p:spPr>
          <a:xfrm>
            <a:off x="7620000" y="4629150"/>
            <a:ext cx="2774950" cy="393700"/>
          </a:xfrm>
          <a:prstGeom prst="rect">
            <a:avLst/>
          </a:prstGeom>
        </p:spPr>
      </p:pic>
      <p:pic>
        <p:nvPicPr>
          <p:cNvPr id="27" name="Picture 26" descr="image.jpg"/>
          <p:cNvPicPr>
            <a:picLocks noChangeAspect="1"/>
          </p:cNvPicPr>
          <p:nvPr/>
        </p:nvPicPr>
        <p:blipFill>
          <a:blip r:embed="rId26"/>
          <a:stretch>
            <a:fillRect/>
          </a:stretch>
        </p:blipFill>
        <p:spPr>
          <a:xfrm>
            <a:off x="10382250" y="4667250"/>
            <a:ext cx="1092200" cy="311150"/>
          </a:xfrm>
          <a:prstGeom prst="rect">
            <a:avLst/>
          </a:prstGeom>
        </p:spPr>
      </p:pic>
      <p:pic>
        <p:nvPicPr>
          <p:cNvPr id="28" name="Picture 27" descr="image.jpg"/>
          <p:cNvPicPr>
            <a:picLocks noChangeAspect="1"/>
          </p:cNvPicPr>
          <p:nvPr/>
        </p:nvPicPr>
        <p:blipFill>
          <a:blip r:embed="rId27"/>
          <a:stretch>
            <a:fillRect/>
          </a:stretch>
        </p:blipFill>
        <p:spPr>
          <a:xfrm>
            <a:off x="6324600" y="5149850"/>
            <a:ext cx="1282700" cy="292100"/>
          </a:xfrm>
          <a:prstGeom prst="rect">
            <a:avLst/>
          </a:prstGeom>
        </p:spPr>
      </p:pic>
      <p:pic>
        <p:nvPicPr>
          <p:cNvPr id="29" name="Picture 28" descr="image.jpg"/>
          <p:cNvPicPr>
            <a:picLocks noChangeAspect="1"/>
          </p:cNvPicPr>
          <p:nvPr/>
        </p:nvPicPr>
        <p:blipFill>
          <a:blip r:embed="rId28"/>
          <a:stretch>
            <a:fillRect/>
          </a:stretch>
        </p:blipFill>
        <p:spPr>
          <a:xfrm>
            <a:off x="7620000" y="5111750"/>
            <a:ext cx="939800" cy="393700"/>
          </a:xfrm>
          <a:prstGeom prst="rect">
            <a:avLst/>
          </a:prstGeom>
        </p:spPr>
      </p:pic>
      <p:pic>
        <p:nvPicPr>
          <p:cNvPr id="30" name="Picture 29" descr="image.jpg"/>
          <p:cNvPicPr>
            <a:picLocks noChangeAspect="1"/>
          </p:cNvPicPr>
          <p:nvPr/>
        </p:nvPicPr>
        <p:blipFill>
          <a:blip r:embed="rId29"/>
          <a:stretch>
            <a:fillRect/>
          </a:stretch>
        </p:blipFill>
        <p:spPr>
          <a:xfrm>
            <a:off x="8547100" y="5149850"/>
            <a:ext cx="1092200" cy="311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118"/>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22" presetClass="entr" presetSubtype="8" fill="hold" nodeType="withEffect">
                                  <p:stCondLst>
                                    <p:cond delay="236"/>
                                  </p:stCondLst>
                                  <p:childTnLst>
                                    <p:set>
                                      <p:cBhvr>
                                        <p:cTn id="16" dur="1" fill="hold">
                                          <p:stCondLst>
                                            <p:cond delay="0"/>
                                          </p:stCondLst>
                                        </p:cTn>
                                        <p:tgtEl>
                                          <p:spTgt spid="5"/>
                                        </p:tgtEl>
                                        <p:attrNameLst>
                                          <p:attrName>style.visibility</p:attrName>
                                        </p:attrNameLst>
                                      </p:cBhvr>
                                      <p:to>
                                        <p:strVal val="visible"/>
                                      </p:to>
                                    </p:set>
                                    <p:animEffect transition="in" filter="wipe(right)">
                                      <p:cBhvr>
                                        <p:cTn id="17" dur="650"/>
                                        <p:tgtEl>
                                          <p:spTgt spid="5"/>
                                        </p:tgtEl>
                                      </p:cBhvr>
                                    </p:animEffect>
                                  </p:childTnLst>
                                </p:cTn>
                              </p:par>
                              <p:par>
                                <p:cTn id="18" presetID="10" presetClass="entr" presetSubtype="0" fill="hold" nodeType="withEffect">
                                  <p:stCondLst>
                                    <p:cond delay="354"/>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00"/>
                                        <p:tgtEl>
                                          <p:spTgt spid="6"/>
                                        </p:tgtEl>
                                      </p:cBhvr>
                                    </p:animEffect>
                                  </p:childTnLst>
                                </p:cTn>
                              </p:par>
                              <p:par>
                                <p:cTn id="21" presetID="42" presetClass="entr" presetSubtype="0" fill="hold" nodeType="withEffect">
                                  <p:stCondLst>
                                    <p:cond delay="472"/>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decel="100000" fill="hold"/>
                                        <p:tgtEl>
                                          <p:spTgt spid="7"/>
                                        </p:tgtEl>
                                        <p:attrNameLst>
                                          <p:attrName>ppt_x</p:attrName>
                                        </p:attrNameLst>
                                      </p:cBhvr>
                                      <p:tavLst>
                                        <p:tav tm="0">
                                          <p:val>
                                            <p:strVal val="#ppt_x"/>
                                          </p:val>
                                        </p:tav>
                                        <p:tav tm="100000">
                                          <p:val>
                                            <p:strVal val="#ppt_x"/>
                                          </p:val>
                                        </p:tav>
                                      </p:tavLst>
                                    </p:anim>
                                    <p:anim calcmode="lin" valueType="num">
                                      <p:cBhvr>
                                        <p:cTn id="25" dur="500" decel="100000" fill="hold"/>
                                        <p:tgtEl>
                                          <p:spTgt spid="7"/>
                                        </p:tgtEl>
                                        <p:attrNameLst>
                                          <p:attrName>ppt_y</p:attrName>
                                        </p:attrNameLst>
                                      </p:cBhvr>
                                      <p:tavLst>
                                        <p:tav tm="0">
                                          <p:val>
                                            <p:strVal val="#ppt_y+0.04"/>
                                          </p:val>
                                        </p:tav>
                                        <p:tav tm="100000">
                                          <p:val>
                                            <p:strVal val="#ppt_y"/>
                                          </p:val>
                                        </p:tav>
                                      </p:tavLst>
                                    </p:anim>
                                  </p:childTnLst>
                                </p:cTn>
                              </p:par>
                              <p:par>
                                <p:cTn id="26" presetID="22" presetClass="entr" presetSubtype="8" fill="hold" nodeType="withEffect">
                                  <p:stCondLst>
                                    <p:cond delay="590"/>
                                  </p:stCondLst>
                                  <p:childTnLst>
                                    <p:set>
                                      <p:cBhvr>
                                        <p:cTn id="27" dur="1" fill="hold">
                                          <p:stCondLst>
                                            <p:cond delay="0"/>
                                          </p:stCondLst>
                                        </p:cTn>
                                        <p:tgtEl>
                                          <p:spTgt spid="8"/>
                                        </p:tgtEl>
                                        <p:attrNameLst>
                                          <p:attrName>style.visibility</p:attrName>
                                        </p:attrNameLst>
                                      </p:cBhvr>
                                      <p:to>
                                        <p:strVal val="visible"/>
                                      </p:to>
                                    </p:set>
                                    <p:animEffect transition="in" filter="wipe(right)">
                                      <p:cBhvr>
                                        <p:cTn id="28" dur="650"/>
                                        <p:tgtEl>
                                          <p:spTgt spid="8"/>
                                        </p:tgtEl>
                                      </p:cBhvr>
                                    </p:animEffect>
                                  </p:childTnLst>
                                </p:cTn>
                              </p:par>
                              <p:par>
                                <p:cTn id="29" presetID="10" presetClass="entr" presetSubtype="0" fill="hold" nodeType="withEffect">
                                  <p:stCondLst>
                                    <p:cond delay="708"/>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400"/>
                                        <p:tgtEl>
                                          <p:spTgt spid="9"/>
                                        </p:tgtEl>
                                      </p:cBhvr>
                                    </p:animEffect>
                                  </p:childTnLst>
                                </p:cTn>
                              </p:par>
                              <p:par>
                                <p:cTn id="32" presetID="42" presetClass="entr" presetSubtype="0" fill="hold" nodeType="withEffect">
                                  <p:stCondLst>
                                    <p:cond delay="826"/>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anim calcmode="lin" valueType="num">
                                      <p:cBhvr>
                                        <p:cTn id="35" dur="500" decel="100000" fill="hold"/>
                                        <p:tgtEl>
                                          <p:spTgt spid="10"/>
                                        </p:tgtEl>
                                        <p:attrNameLst>
                                          <p:attrName>ppt_x</p:attrName>
                                        </p:attrNameLst>
                                      </p:cBhvr>
                                      <p:tavLst>
                                        <p:tav tm="0">
                                          <p:val>
                                            <p:strVal val="#ppt_x"/>
                                          </p:val>
                                        </p:tav>
                                        <p:tav tm="100000">
                                          <p:val>
                                            <p:strVal val="#ppt_x"/>
                                          </p:val>
                                        </p:tav>
                                      </p:tavLst>
                                    </p:anim>
                                    <p:anim calcmode="lin" valueType="num">
                                      <p:cBhvr>
                                        <p:cTn id="36" dur="500" decel="100000" fill="hold"/>
                                        <p:tgtEl>
                                          <p:spTgt spid="10"/>
                                        </p:tgtEl>
                                        <p:attrNameLst>
                                          <p:attrName>ppt_y</p:attrName>
                                        </p:attrNameLst>
                                      </p:cBhvr>
                                      <p:tavLst>
                                        <p:tav tm="0">
                                          <p:val>
                                            <p:strVal val="#ppt_y+0.04"/>
                                          </p:val>
                                        </p:tav>
                                        <p:tav tm="100000">
                                          <p:val>
                                            <p:strVal val="#ppt_y"/>
                                          </p:val>
                                        </p:tav>
                                      </p:tavLst>
                                    </p:anim>
                                  </p:childTnLst>
                                </p:cTn>
                              </p:par>
                              <p:par>
                                <p:cTn id="37" presetID="42" presetClass="entr" presetSubtype="0" fill="hold" nodeType="withEffect">
                                  <p:stCondLst>
                                    <p:cond delay="944"/>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500"/>
                                        <p:tgtEl>
                                          <p:spTgt spid="11"/>
                                        </p:tgtEl>
                                      </p:cBhvr>
                                    </p:animEffect>
                                    <p:anim calcmode="lin" valueType="num">
                                      <p:cBhvr>
                                        <p:cTn id="40" dur="500" decel="100000" fill="hold"/>
                                        <p:tgtEl>
                                          <p:spTgt spid="11"/>
                                        </p:tgtEl>
                                        <p:attrNameLst>
                                          <p:attrName>ppt_x</p:attrName>
                                        </p:attrNameLst>
                                      </p:cBhvr>
                                      <p:tavLst>
                                        <p:tav tm="0">
                                          <p:val>
                                            <p:strVal val="#ppt_x"/>
                                          </p:val>
                                        </p:tav>
                                        <p:tav tm="100000">
                                          <p:val>
                                            <p:strVal val="#ppt_x"/>
                                          </p:val>
                                        </p:tav>
                                      </p:tavLst>
                                    </p:anim>
                                    <p:anim calcmode="lin" valueType="num">
                                      <p:cBhvr>
                                        <p:cTn id="41" dur="500" decel="100000" fill="hold"/>
                                        <p:tgtEl>
                                          <p:spTgt spid="11"/>
                                        </p:tgtEl>
                                        <p:attrNameLst>
                                          <p:attrName>ppt_y</p:attrName>
                                        </p:attrNameLst>
                                      </p:cBhvr>
                                      <p:tavLst>
                                        <p:tav tm="0">
                                          <p:val>
                                            <p:strVal val="#ppt_y+0.04"/>
                                          </p:val>
                                        </p:tav>
                                        <p:tav tm="100000">
                                          <p:val>
                                            <p:strVal val="#ppt_y"/>
                                          </p:val>
                                        </p:tav>
                                      </p:tavLst>
                                    </p:anim>
                                  </p:childTnLst>
                                </p:cTn>
                              </p:par>
                              <p:par>
                                <p:cTn id="42" presetID="22" presetClass="entr" presetSubtype="4" fill="hold" nodeType="withEffect">
                                  <p:stCondLst>
                                    <p:cond delay="1062"/>
                                  </p:stCondLst>
                                  <p:childTnLst>
                                    <p:set>
                                      <p:cBhvr>
                                        <p:cTn id="43" dur="1" fill="hold">
                                          <p:stCondLst>
                                            <p:cond delay="0"/>
                                          </p:stCondLst>
                                        </p:cTn>
                                        <p:tgtEl>
                                          <p:spTgt spid="12"/>
                                        </p:tgtEl>
                                        <p:attrNameLst>
                                          <p:attrName>style.visibility</p:attrName>
                                        </p:attrNameLst>
                                      </p:cBhvr>
                                      <p:to>
                                        <p:strVal val="visible"/>
                                      </p:to>
                                    </p:set>
                                    <p:animEffect transition="in" filter="wipe(up)">
                                      <p:cBhvr>
                                        <p:cTn id="44" dur="650"/>
                                        <p:tgtEl>
                                          <p:spTgt spid="12"/>
                                        </p:tgtEl>
                                      </p:cBhvr>
                                    </p:animEffect>
                                  </p:childTnLst>
                                </p:cTn>
                              </p:par>
                              <p:par>
                                <p:cTn id="45" presetID="10" presetClass="entr" presetSubtype="0" fill="hold" nodeType="withEffect">
                                  <p:stCondLst>
                                    <p:cond delay="118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400"/>
                                        <p:tgtEl>
                                          <p:spTgt spid="13"/>
                                        </p:tgtEl>
                                      </p:cBhvr>
                                    </p:animEffect>
                                  </p:childTnLst>
                                </p:cTn>
                              </p:par>
                              <p:par>
                                <p:cTn id="48" presetID="42" presetClass="entr" presetSubtype="0" fill="hold" nodeType="withEffect">
                                  <p:stCondLst>
                                    <p:cond delay="1298"/>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decel="100000" fill="hold"/>
                                        <p:tgtEl>
                                          <p:spTgt spid="14"/>
                                        </p:tgtEl>
                                        <p:attrNameLst>
                                          <p:attrName>ppt_x</p:attrName>
                                        </p:attrNameLst>
                                      </p:cBhvr>
                                      <p:tavLst>
                                        <p:tav tm="0">
                                          <p:val>
                                            <p:strVal val="#ppt_x"/>
                                          </p:val>
                                        </p:tav>
                                        <p:tav tm="100000">
                                          <p:val>
                                            <p:strVal val="#ppt_x"/>
                                          </p:val>
                                        </p:tav>
                                      </p:tavLst>
                                    </p:anim>
                                    <p:anim calcmode="lin" valueType="num">
                                      <p:cBhvr>
                                        <p:cTn id="52" dur="500" decel="100000" fill="hold"/>
                                        <p:tgtEl>
                                          <p:spTgt spid="14"/>
                                        </p:tgtEl>
                                        <p:attrNameLst>
                                          <p:attrName>ppt_y</p:attrName>
                                        </p:attrNameLst>
                                      </p:cBhvr>
                                      <p:tavLst>
                                        <p:tav tm="0">
                                          <p:val>
                                            <p:strVal val="#ppt_y+0.04"/>
                                          </p:val>
                                        </p:tav>
                                        <p:tav tm="100000">
                                          <p:val>
                                            <p:strVal val="#ppt_y"/>
                                          </p:val>
                                        </p:tav>
                                      </p:tavLst>
                                    </p:anim>
                                  </p:childTnLst>
                                </p:cTn>
                              </p:par>
                              <p:par>
                                <p:cTn id="53" presetID="22" presetClass="entr" presetSubtype="8" fill="hold" nodeType="withEffect">
                                  <p:stCondLst>
                                    <p:cond delay="1416"/>
                                  </p:stCondLst>
                                  <p:childTnLst>
                                    <p:set>
                                      <p:cBhvr>
                                        <p:cTn id="54" dur="1" fill="hold">
                                          <p:stCondLst>
                                            <p:cond delay="0"/>
                                          </p:stCondLst>
                                        </p:cTn>
                                        <p:tgtEl>
                                          <p:spTgt spid="15"/>
                                        </p:tgtEl>
                                        <p:attrNameLst>
                                          <p:attrName>style.visibility</p:attrName>
                                        </p:attrNameLst>
                                      </p:cBhvr>
                                      <p:to>
                                        <p:strVal val="visible"/>
                                      </p:to>
                                    </p:set>
                                    <p:animEffect transition="in" filter="wipe(right)">
                                      <p:cBhvr>
                                        <p:cTn id="55" dur="650"/>
                                        <p:tgtEl>
                                          <p:spTgt spid="15"/>
                                        </p:tgtEl>
                                      </p:cBhvr>
                                    </p:animEffect>
                                  </p:childTnLst>
                                </p:cTn>
                              </p:par>
                              <p:par>
                                <p:cTn id="56" presetID="10" presetClass="entr" presetSubtype="0" fill="hold" nodeType="withEffect">
                                  <p:stCondLst>
                                    <p:cond delay="1534"/>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400"/>
                                        <p:tgtEl>
                                          <p:spTgt spid="16"/>
                                        </p:tgtEl>
                                      </p:cBhvr>
                                    </p:animEffect>
                                  </p:childTnLst>
                                </p:cTn>
                              </p:par>
                              <p:par>
                                <p:cTn id="59" presetID="42" presetClass="entr" presetSubtype="0" fill="hold" nodeType="withEffect">
                                  <p:stCondLst>
                                    <p:cond delay="1652"/>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anim calcmode="lin" valueType="num">
                                      <p:cBhvr>
                                        <p:cTn id="62" dur="500" decel="100000" fill="hold"/>
                                        <p:tgtEl>
                                          <p:spTgt spid="17"/>
                                        </p:tgtEl>
                                        <p:attrNameLst>
                                          <p:attrName>ppt_x</p:attrName>
                                        </p:attrNameLst>
                                      </p:cBhvr>
                                      <p:tavLst>
                                        <p:tav tm="0">
                                          <p:val>
                                            <p:strVal val="#ppt_x"/>
                                          </p:val>
                                        </p:tav>
                                        <p:tav tm="100000">
                                          <p:val>
                                            <p:strVal val="#ppt_x"/>
                                          </p:val>
                                        </p:tav>
                                      </p:tavLst>
                                    </p:anim>
                                    <p:anim calcmode="lin" valueType="num">
                                      <p:cBhvr>
                                        <p:cTn id="63" dur="500" decel="100000" fill="hold"/>
                                        <p:tgtEl>
                                          <p:spTgt spid="17"/>
                                        </p:tgtEl>
                                        <p:attrNameLst>
                                          <p:attrName>ppt_y</p:attrName>
                                        </p:attrNameLst>
                                      </p:cBhvr>
                                      <p:tavLst>
                                        <p:tav tm="0">
                                          <p:val>
                                            <p:strVal val="#ppt_y+0.04"/>
                                          </p:val>
                                        </p:tav>
                                        <p:tav tm="100000">
                                          <p:val>
                                            <p:strVal val="#ppt_y"/>
                                          </p:val>
                                        </p:tav>
                                      </p:tavLst>
                                    </p:anim>
                                  </p:childTnLst>
                                </p:cTn>
                              </p:par>
                              <p:par>
                                <p:cTn id="64" presetID="42" presetClass="entr" presetSubtype="0" fill="hold" nodeType="withEffect">
                                  <p:stCondLst>
                                    <p:cond delay="177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anim calcmode="lin" valueType="num">
                                      <p:cBhvr>
                                        <p:cTn id="67" dur="500" decel="100000" fill="hold"/>
                                        <p:tgtEl>
                                          <p:spTgt spid="18"/>
                                        </p:tgtEl>
                                        <p:attrNameLst>
                                          <p:attrName>ppt_x</p:attrName>
                                        </p:attrNameLst>
                                      </p:cBhvr>
                                      <p:tavLst>
                                        <p:tav tm="0">
                                          <p:val>
                                            <p:strVal val="#ppt_x"/>
                                          </p:val>
                                        </p:tav>
                                        <p:tav tm="100000">
                                          <p:val>
                                            <p:strVal val="#ppt_x"/>
                                          </p:val>
                                        </p:tav>
                                      </p:tavLst>
                                    </p:anim>
                                    <p:anim calcmode="lin" valueType="num">
                                      <p:cBhvr>
                                        <p:cTn id="68" dur="500" decel="100000" fill="hold"/>
                                        <p:tgtEl>
                                          <p:spTgt spid="18"/>
                                        </p:tgtEl>
                                        <p:attrNameLst>
                                          <p:attrName>ppt_y</p:attrName>
                                        </p:attrNameLst>
                                      </p:cBhvr>
                                      <p:tavLst>
                                        <p:tav tm="0">
                                          <p:val>
                                            <p:strVal val="#ppt_y+0.04"/>
                                          </p:val>
                                        </p:tav>
                                        <p:tav tm="100000">
                                          <p:val>
                                            <p:strVal val="#ppt_y"/>
                                          </p:val>
                                        </p:tav>
                                      </p:tavLst>
                                    </p:anim>
                                  </p:childTnLst>
                                </p:cTn>
                              </p:par>
                              <p:par>
                                <p:cTn id="69" presetID="22" presetClass="entr" presetSubtype="8" fill="hold" nodeType="withEffect">
                                  <p:stCondLst>
                                    <p:cond delay="1888"/>
                                  </p:stCondLst>
                                  <p:childTnLst>
                                    <p:set>
                                      <p:cBhvr>
                                        <p:cTn id="70" dur="1" fill="hold">
                                          <p:stCondLst>
                                            <p:cond delay="0"/>
                                          </p:stCondLst>
                                        </p:cTn>
                                        <p:tgtEl>
                                          <p:spTgt spid="19"/>
                                        </p:tgtEl>
                                        <p:attrNameLst>
                                          <p:attrName>style.visibility</p:attrName>
                                        </p:attrNameLst>
                                      </p:cBhvr>
                                      <p:to>
                                        <p:strVal val="visible"/>
                                      </p:to>
                                    </p:set>
                                    <p:animEffect transition="in" filter="wipe(right)">
                                      <p:cBhvr>
                                        <p:cTn id="71" dur="650"/>
                                        <p:tgtEl>
                                          <p:spTgt spid="19"/>
                                        </p:tgtEl>
                                      </p:cBhvr>
                                    </p:animEffect>
                                  </p:childTnLst>
                                </p:cTn>
                              </p:par>
                              <p:par>
                                <p:cTn id="72" presetID="10" presetClass="entr" presetSubtype="0" fill="hold" nodeType="withEffect">
                                  <p:stCondLst>
                                    <p:cond delay="2006"/>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400"/>
                                        <p:tgtEl>
                                          <p:spTgt spid="20"/>
                                        </p:tgtEl>
                                      </p:cBhvr>
                                    </p:animEffect>
                                  </p:childTnLst>
                                </p:cTn>
                              </p:par>
                              <p:par>
                                <p:cTn id="75" presetID="42" presetClass="entr" presetSubtype="0" fill="hold" nodeType="withEffect">
                                  <p:stCondLst>
                                    <p:cond delay="2124"/>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500"/>
                                        <p:tgtEl>
                                          <p:spTgt spid="21"/>
                                        </p:tgtEl>
                                      </p:cBhvr>
                                    </p:animEffect>
                                    <p:anim calcmode="lin" valueType="num">
                                      <p:cBhvr>
                                        <p:cTn id="78" dur="500" decel="100000" fill="hold"/>
                                        <p:tgtEl>
                                          <p:spTgt spid="21"/>
                                        </p:tgtEl>
                                        <p:attrNameLst>
                                          <p:attrName>ppt_x</p:attrName>
                                        </p:attrNameLst>
                                      </p:cBhvr>
                                      <p:tavLst>
                                        <p:tav tm="0">
                                          <p:val>
                                            <p:strVal val="#ppt_x"/>
                                          </p:val>
                                        </p:tav>
                                        <p:tav tm="100000">
                                          <p:val>
                                            <p:strVal val="#ppt_x"/>
                                          </p:val>
                                        </p:tav>
                                      </p:tavLst>
                                    </p:anim>
                                    <p:anim calcmode="lin" valueType="num">
                                      <p:cBhvr>
                                        <p:cTn id="79" dur="500" decel="100000" fill="hold"/>
                                        <p:tgtEl>
                                          <p:spTgt spid="21"/>
                                        </p:tgtEl>
                                        <p:attrNameLst>
                                          <p:attrName>ppt_y</p:attrName>
                                        </p:attrNameLst>
                                      </p:cBhvr>
                                      <p:tavLst>
                                        <p:tav tm="0">
                                          <p:val>
                                            <p:strVal val="#ppt_y+0.04"/>
                                          </p:val>
                                        </p:tav>
                                        <p:tav tm="100000">
                                          <p:val>
                                            <p:strVal val="#ppt_y"/>
                                          </p:val>
                                        </p:tav>
                                      </p:tavLst>
                                    </p:anim>
                                  </p:childTnLst>
                                </p:cTn>
                              </p:par>
                              <p:par>
                                <p:cTn id="80" presetID="22" presetClass="entr" presetSubtype="8" fill="hold" nodeType="withEffect">
                                  <p:stCondLst>
                                    <p:cond delay="2242"/>
                                  </p:stCondLst>
                                  <p:childTnLst>
                                    <p:set>
                                      <p:cBhvr>
                                        <p:cTn id="81" dur="1" fill="hold">
                                          <p:stCondLst>
                                            <p:cond delay="0"/>
                                          </p:stCondLst>
                                        </p:cTn>
                                        <p:tgtEl>
                                          <p:spTgt spid="22"/>
                                        </p:tgtEl>
                                        <p:attrNameLst>
                                          <p:attrName>style.visibility</p:attrName>
                                        </p:attrNameLst>
                                      </p:cBhvr>
                                      <p:to>
                                        <p:strVal val="visible"/>
                                      </p:to>
                                    </p:set>
                                    <p:animEffect transition="in" filter="wipe(right)">
                                      <p:cBhvr>
                                        <p:cTn id="82" dur="650"/>
                                        <p:tgtEl>
                                          <p:spTgt spid="22"/>
                                        </p:tgtEl>
                                      </p:cBhvr>
                                    </p:animEffect>
                                  </p:childTnLst>
                                </p:cTn>
                              </p:par>
                              <p:par>
                                <p:cTn id="83" presetID="10" presetClass="entr" presetSubtype="0" fill="hold" nodeType="withEffect">
                                  <p:stCondLst>
                                    <p:cond delay="236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400"/>
                                        <p:tgtEl>
                                          <p:spTgt spid="23"/>
                                        </p:tgtEl>
                                      </p:cBhvr>
                                    </p:animEffect>
                                  </p:childTnLst>
                                </p:cTn>
                              </p:par>
                              <p:par>
                                <p:cTn id="86" presetID="42" presetClass="entr" presetSubtype="0" fill="hold" nodeType="withEffect">
                                  <p:stCondLst>
                                    <p:cond delay="2478"/>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500"/>
                                        <p:tgtEl>
                                          <p:spTgt spid="24"/>
                                        </p:tgtEl>
                                      </p:cBhvr>
                                    </p:animEffect>
                                    <p:anim calcmode="lin" valueType="num">
                                      <p:cBhvr>
                                        <p:cTn id="89" dur="500" decel="100000" fill="hold"/>
                                        <p:tgtEl>
                                          <p:spTgt spid="24"/>
                                        </p:tgtEl>
                                        <p:attrNameLst>
                                          <p:attrName>ppt_x</p:attrName>
                                        </p:attrNameLst>
                                      </p:cBhvr>
                                      <p:tavLst>
                                        <p:tav tm="0">
                                          <p:val>
                                            <p:strVal val="#ppt_x"/>
                                          </p:val>
                                        </p:tav>
                                        <p:tav tm="100000">
                                          <p:val>
                                            <p:strVal val="#ppt_x"/>
                                          </p:val>
                                        </p:tav>
                                      </p:tavLst>
                                    </p:anim>
                                    <p:anim calcmode="lin" valueType="num">
                                      <p:cBhvr>
                                        <p:cTn id="90" dur="500" decel="100000" fill="hold"/>
                                        <p:tgtEl>
                                          <p:spTgt spid="24"/>
                                        </p:tgtEl>
                                        <p:attrNameLst>
                                          <p:attrName>ppt_y</p:attrName>
                                        </p:attrNameLst>
                                      </p:cBhvr>
                                      <p:tavLst>
                                        <p:tav tm="0">
                                          <p:val>
                                            <p:strVal val="#ppt_y+0.04"/>
                                          </p:val>
                                        </p:tav>
                                        <p:tav tm="100000">
                                          <p:val>
                                            <p:strVal val="#ppt_y"/>
                                          </p:val>
                                        </p:tav>
                                      </p:tavLst>
                                    </p:anim>
                                  </p:childTnLst>
                                </p:cTn>
                              </p:par>
                              <p:par>
                                <p:cTn id="91" presetID="42" presetClass="entr" presetSubtype="0" fill="hold" nodeType="withEffect">
                                  <p:stCondLst>
                                    <p:cond delay="2596"/>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500"/>
                                        <p:tgtEl>
                                          <p:spTgt spid="25"/>
                                        </p:tgtEl>
                                      </p:cBhvr>
                                    </p:animEffect>
                                    <p:anim calcmode="lin" valueType="num">
                                      <p:cBhvr>
                                        <p:cTn id="94" dur="500" decel="100000" fill="hold"/>
                                        <p:tgtEl>
                                          <p:spTgt spid="25"/>
                                        </p:tgtEl>
                                        <p:attrNameLst>
                                          <p:attrName>ppt_x</p:attrName>
                                        </p:attrNameLst>
                                      </p:cBhvr>
                                      <p:tavLst>
                                        <p:tav tm="0">
                                          <p:val>
                                            <p:strVal val="#ppt_x"/>
                                          </p:val>
                                        </p:tav>
                                        <p:tav tm="100000">
                                          <p:val>
                                            <p:strVal val="#ppt_x"/>
                                          </p:val>
                                        </p:tav>
                                      </p:tavLst>
                                    </p:anim>
                                    <p:anim calcmode="lin" valueType="num">
                                      <p:cBhvr>
                                        <p:cTn id="95" dur="500" decel="100000" fill="hold"/>
                                        <p:tgtEl>
                                          <p:spTgt spid="25"/>
                                        </p:tgtEl>
                                        <p:attrNameLst>
                                          <p:attrName>ppt_y</p:attrName>
                                        </p:attrNameLst>
                                      </p:cBhvr>
                                      <p:tavLst>
                                        <p:tav tm="0">
                                          <p:val>
                                            <p:strVal val="#ppt_y+0.04"/>
                                          </p:val>
                                        </p:tav>
                                        <p:tav tm="100000">
                                          <p:val>
                                            <p:strVal val="#ppt_y"/>
                                          </p:val>
                                        </p:tav>
                                      </p:tavLst>
                                    </p:anim>
                                  </p:childTnLst>
                                </p:cTn>
                              </p:par>
                              <p:par>
                                <p:cTn id="96" presetID="22" presetClass="entr" presetSubtype="8" fill="hold" nodeType="withEffect">
                                  <p:stCondLst>
                                    <p:cond delay="2714"/>
                                  </p:stCondLst>
                                  <p:childTnLst>
                                    <p:set>
                                      <p:cBhvr>
                                        <p:cTn id="97" dur="1" fill="hold">
                                          <p:stCondLst>
                                            <p:cond delay="0"/>
                                          </p:stCondLst>
                                        </p:cTn>
                                        <p:tgtEl>
                                          <p:spTgt spid="26"/>
                                        </p:tgtEl>
                                        <p:attrNameLst>
                                          <p:attrName>style.visibility</p:attrName>
                                        </p:attrNameLst>
                                      </p:cBhvr>
                                      <p:to>
                                        <p:strVal val="visible"/>
                                      </p:to>
                                    </p:set>
                                    <p:animEffect transition="in" filter="wipe(right)">
                                      <p:cBhvr>
                                        <p:cTn id="98" dur="650"/>
                                        <p:tgtEl>
                                          <p:spTgt spid="26"/>
                                        </p:tgtEl>
                                      </p:cBhvr>
                                    </p:animEffect>
                                  </p:childTnLst>
                                </p:cTn>
                              </p:par>
                              <p:par>
                                <p:cTn id="99" presetID="10" presetClass="entr" presetSubtype="0" fill="hold" nodeType="withEffect">
                                  <p:stCondLst>
                                    <p:cond delay="2832"/>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400"/>
                                        <p:tgtEl>
                                          <p:spTgt spid="27"/>
                                        </p:tgtEl>
                                      </p:cBhvr>
                                    </p:animEffect>
                                  </p:childTnLst>
                                </p:cTn>
                              </p:par>
                              <p:par>
                                <p:cTn id="102" presetID="42" presetClass="entr" presetSubtype="0" fill="hold" nodeType="withEffect">
                                  <p:stCondLst>
                                    <p:cond delay="2950"/>
                                  </p:stCondLst>
                                  <p:childTnLst>
                                    <p:set>
                                      <p:cBhvr>
                                        <p:cTn id="103" dur="1" fill="hold">
                                          <p:stCondLst>
                                            <p:cond delay="0"/>
                                          </p:stCondLst>
                                        </p:cTn>
                                        <p:tgtEl>
                                          <p:spTgt spid="28"/>
                                        </p:tgtEl>
                                        <p:attrNameLst>
                                          <p:attrName>style.visibility</p:attrName>
                                        </p:attrNameLst>
                                      </p:cBhvr>
                                      <p:to>
                                        <p:strVal val="visible"/>
                                      </p:to>
                                    </p:set>
                                    <p:animEffect transition="in" filter="fade">
                                      <p:cBhvr>
                                        <p:cTn id="104" dur="500"/>
                                        <p:tgtEl>
                                          <p:spTgt spid="28"/>
                                        </p:tgtEl>
                                      </p:cBhvr>
                                    </p:animEffect>
                                    <p:anim calcmode="lin" valueType="num">
                                      <p:cBhvr>
                                        <p:cTn id="105" dur="500" decel="100000" fill="hold"/>
                                        <p:tgtEl>
                                          <p:spTgt spid="28"/>
                                        </p:tgtEl>
                                        <p:attrNameLst>
                                          <p:attrName>ppt_x</p:attrName>
                                        </p:attrNameLst>
                                      </p:cBhvr>
                                      <p:tavLst>
                                        <p:tav tm="0">
                                          <p:val>
                                            <p:strVal val="#ppt_x"/>
                                          </p:val>
                                        </p:tav>
                                        <p:tav tm="100000">
                                          <p:val>
                                            <p:strVal val="#ppt_x"/>
                                          </p:val>
                                        </p:tav>
                                      </p:tavLst>
                                    </p:anim>
                                    <p:anim calcmode="lin" valueType="num">
                                      <p:cBhvr>
                                        <p:cTn id="106" dur="500" decel="100000" fill="hold"/>
                                        <p:tgtEl>
                                          <p:spTgt spid="28"/>
                                        </p:tgtEl>
                                        <p:attrNameLst>
                                          <p:attrName>ppt_y</p:attrName>
                                        </p:attrNameLst>
                                      </p:cBhvr>
                                      <p:tavLst>
                                        <p:tav tm="0">
                                          <p:val>
                                            <p:strVal val="#ppt_y+0.04"/>
                                          </p:val>
                                        </p:tav>
                                        <p:tav tm="100000">
                                          <p:val>
                                            <p:strVal val="#ppt_y"/>
                                          </p:val>
                                        </p:tav>
                                      </p:tavLst>
                                    </p:anim>
                                  </p:childTnLst>
                                </p:cTn>
                              </p:par>
                              <p:par>
                                <p:cTn id="107" presetID="22" presetClass="entr" presetSubtype="8" fill="hold" nodeType="withEffect">
                                  <p:stCondLst>
                                    <p:cond delay="3068"/>
                                  </p:stCondLst>
                                  <p:childTnLst>
                                    <p:set>
                                      <p:cBhvr>
                                        <p:cTn id="108" dur="1" fill="hold">
                                          <p:stCondLst>
                                            <p:cond delay="0"/>
                                          </p:stCondLst>
                                        </p:cTn>
                                        <p:tgtEl>
                                          <p:spTgt spid="29"/>
                                        </p:tgtEl>
                                        <p:attrNameLst>
                                          <p:attrName>style.visibility</p:attrName>
                                        </p:attrNameLst>
                                      </p:cBhvr>
                                      <p:to>
                                        <p:strVal val="visible"/>
                                      </p:to>
                                    </p:set>
                                    <p:animEffect transition="in" filter="wipe(right)">
                                      <p:cBhvr>
                                        <p:cTn id="109" dur="650"/>
                                        <p:tgtEl>
                                          <p:spTgt spid="29"/>
                                        </p:tgtEl>
                                      </p:cBhvr>
                                    </p:animEffect>
                                  </p:childTnLst>
                                </p:cTn>
                              </p:par>
                              <p:par>
                                <p:cTn id="110" presetID="10" presetClass="entr" presetSubtype="0" fill="hold" nodeType="withEffect">
                                  <p:stCondLst>
                                    <p:cond delay="3186"/>
                                  </p:stCondLst>
                                  <p:childTnLst>
                                    <p:set>
                                      <p:cBhvr>
                                        <p:cTn id="111" dur="1" fill="hold">
                                          <p:stCondLst>
                                            <p:cond delay="0"/>
                                          </p:stCondLst>
                                        </p:cTn>
                                        <p:tgtEl>
                                          <p:spTgt spid="30"/>
                                        </p:tgtEl>
                                        <p:attrNameLst>
                                          <p:attrName>style.visibility</p:attrName>
                                        </p:attrNameLst>
                                      </p:cBhvr>
                                      <p:to>
                                        <p:strVal val="visible"/>
                                      </p:to>
                                    </p:set>
                                    <p:animEffect transition="in" filter="fade">
                                      <p:cBhvr>
                                        <p:cTn id="11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0800"/>
            <a:ext cx="5029200" cy="323850"/>
          </a:xfrm>
          <a:prstGeom prst="rect">
            <a:avLst/>
          </a:prstGeom>
        </p:spPr>
      </p:pic>
      <p:pic>
        <p:nvPicPr>
          <p:cNvPr id="4" name="Picture 3" descr="image.jpg"/>
          <p:cNvPicPr>
            <a:picLocks noChangeAspect="1"/>
          </p:cNvPicPr>
          <p:nvPr/>
        </p:nvPicPr>
        <p:blipFill>
          <a:blip r:embed="rId4"/>
          <a:stretch>
            <a:fillRect/>
          </a:stretch>
        </p:blipFill>
        <p:spPr>
          <a:xfrm>
            <a:off x="660400" y="4749800"/>
            <a:ext cx="584200" cy="279400"/>
          </a:xfrm>
          <a:prstGeom prst="rect">
            <a:avLst/>
          </a:prstGeom>
        </p:spPr>
      </p:pic>
      <p:pic>
        <p:nvPicPr>
          <p:cNvPr id="5" name="Picture 4" descr="image.jpg"/>
          <p:cNvPicPr>
            <a:picLocks noChangeAspect="1"/>
          </p:cNvPicPr>
          <p:nvPr/>
        </p:nvPicPr>
        <p:blipFill>
          <a:blip r:embed="rId5"/>
          <a:stretch>
            <a:fillRect/>
          </a:stretch>
        </p:blipFill>
        <p:spPr>
          <a:xfrm>
            <a:off x="660400" y="4000500"/>
            <a:ext cx="584200" cy="279400"/>
          </a:xfrm>
          <a:prstGeom prst="rect">
            <a:avLst/>
          </a:prstGeom>
        </p:spPr>
      </p:pic>
      <p:pic>
        <p:nvPicPr>
          <p:cNvPr id="6" name="Picture 5" descr="image.jpg"/>
          <p:cNvPicPr>
            <a:picLocks noChangeAspect="1"/>
          </p:cNvPicPr>
          <p:nvPr/>
        </p:nvPicPr>
        <p:blipFill>
          <a:blip r:embed="rId6"/>
          <a:stretch>
            <a:fillRect/>
          </a:stretch>
        </p:blipFill>
        <p:spPr>
          <a:xfrm>
            <a:off x="660400" y="3257550"/>
            <a:ext cx="584200" cy="279400"/>
          </a:xfrm>
          <a:prstGeom prst="rect">
            <a:avLst/>
          </a:prstGeom>
        </p:spPr>
      </p:pic>
      <p:pic>
        <p:nvPicPr>
          <p:cNvPr id="7" name="Picture 6" descr="image.jpg"/>
          <p:cNvPicPr>
            <a:picLocks noChangeAspect="1"/>
          </p:cNvPicPr>
          <p:nvPr/>
        </p:nvPicPr>
        <p:blipFill>
          <a:blip r:embed="rId7"/>
          <a:stretch>
            <a:fillRect/>
          </a:stretch>
        </p:blipFill>
        <p:spPr>
          <a:xfrm>
            <a:off x="660400" y="2514600"/>
            <a:ext cx="584200" cy="279400"/>
          </a:xfrm>
          <a:prstGeom prst="rect">
            <a:avLst/>
          </a:prstGeom>
        </p:spPr>
      </p:pic>
      <p:pic>
        <p:nvPicPr>
          <p:cNvPr id="8" name="Picture 7" descr="image.jpg"/>
          <p:cNvPicPr>
            <a:picLocks noChangeAspect="1"/>
          </p:cNvPicPr>
          <p:nvPr/>
        </p:nvPicPr>
        <p:blipFill>
          <a:blip r:embed="rId8"/>
          <a:stretch>
            <a:fillRect/>
          </a:stretch>
        </p:blipFill>
        <p:spPr>
          <a:xfrm>
            <a:off x="660400" y="1765300"/>
            <a:ext cx="584200" cy="279400"/>
          </a:xfrm>
          <a:prstGeom prst="rect">
            <a:avLst/>
          </a:prstGeom>
        </p:spPr>
      </p:pic>
      <p:pic>
        <p:nvPicPr>
          <p:cNvPr id="9" name="Picture 8" descr="image.jpg"/>
          <p:cNvPicPr>
            <a:picLocks noChangeAspect="1"/>
          </p:cNvPicPr>
          <p:nvPr/>
        </p:nvPicPr>
        <p:blipFill>
          <a:blip r:embed="rId9"/>
          <a:stretch>
            <a:fillRect/>
          </a:stretch>
        </p:blipFill>
        <p:spPr>
          <a:xfrm>
            <a:off x="1231900" y="4851400"/>
            <a:ext cx="4140200" cy="95250"/>
          </a:xfrm>
          <a:prstGeom prst="rect">
            <a:avLst/>
          </a:prstGeom>
        </p:spPr>
      </p:pic>
      <p:pic>
        <p:nvPicPr>
          <p:cNvPr id="10" name="Picture 9" descr="image.jpg"/>
          <p:cNvPicPr>
            <a:picLocks noChangeAspect="1"/>
          </p:cNvPicPr>
          <p:nvPr/>
        </p:nvPicPr>
        <p:blipFill>
          <a:blip r:embed="rId10"/>
          <a:stretch>
            <a:fillRect/>
          </a:stretch>
        </p:blipFill>
        <p:spPr>
          <a:xfrm>
            <a:off x="1708150" y="4013200"/>
            <a:ext cx="1155700" cy="914400"/>
          </a:xfrm>
          <a:prstGeom prst="rect">
            <a:avLst/>
          </a:prstGeom>
        </p:spPr>
      </p:pic>
      <p:pic>
        <p:nvPicPr>
          <p:cNvPr id="11" name="Picture 10" descr="image.jpg"/>
          <p:cNvPicPr>
            <a:picLocks noChangeAspect="1"/>
          </p:cNvPicPr>
          <p:nvPr/>
        </p:nvPicPr>
        <p:blipFill>
          <a:blip r:embed="rId11"/>
          <a:stretch>
            <a:fillRect/>
          </a:stretch>
        </p:blipFill>
        <p:spPr>
          <a:xfrm>
            <a:off x="1581150" y="3797300"/>
            <a:ext cx="1409700" cy="279400"/>
          </a:xfrm>
          <a:prstGeom prst="rect">
            <a:avLst/>
          </a:prstGeom>
        </p:spPr>
      </p:pic>
      <p:pic>
        <p:nvPicPr>
          <p:cNvPr id="12" name="Picture 11" descr="image.jpg"/>
          <p:cNvPicPr>
            <a:picLocks noChangeAspect="1"/>
          </p:cNvPicPr>
          <p:nvPr/>
        </p:nvPicPr>
        <p:blipFill>
          <a:blip r:embed="rId12"/>
          <a:stretch>
            <a:fillRect/>
          </a:stretch>
        </p:blipFill>
        <p:spPr>
          <a:xfrm>
            <a:off x="1231900" y="4914900"/>
            <a:ext cx="2108200" cy="254000"/>
          </a:xfrm>
          <a:prstGeom prst="rect">
            <a:avLst/>
          </a:prstGeom>
        </p:spPr>
      </p:pic>
      <p:pic>
        <p:nvPicPr>
          <p:cNvPr id="13" name="Picture 12" descr="image.jpg"/>
          <p:cNvPicPr>
            <a:picLocks noChangeAspect="1"/>
          </p:cNvPicPr>
          <p:nvPr/>
        </p:nvPicPr>
        <p:blipFill>
          <a:blip r:embed="rId13"/>
          <a:stretch>
            <a:fillRect/>
          </a:stretch>
        </p:blipFill>
        <p:spPr>
          <a:xfrm>
            <a:off x="3740150" y="2019300"/>
            <a:ext cx="1155700" cy="2908300"/>
          </a:xfrm>
          <a:prstGeom prst="rect">
            <a:avLst/>
          </a:prstGeom>
        </p:spPr>
      </p:pic>
      <p:pic>
        <p:nvPicPr>
          <p:cNvPr id="14" name="Picture 13" descr="image.jpg"/>
          <p:cNvPicPr>
            <a:picLocks noChangeAspect="1"/>
          </p:cNvPicPr>
          <p:nvPr/>
        </p:nvPicPr>
        <p:blipFill>
          <a:blip r:embed="rId14"/>
          <a:stretch>
            <a:fillRect/>
          </a:stretch>
        </p:blipFill>
        <p:spPr>
          <a:xfrm>
            <a:off x="3613150" y="1803400"/>
            <a:ext cx="1409700" cy="279400"/>
          </a:xfrm>
          <a:prstGeom prst="rect">
            <a:avLst/>
          </a:prstGeom>
        </p:spPr>
      </p:pic>
      <p:pic>
        <p:nvPicPr>
          <p:cNvPr id="15" name="Picture 14" descr="image.jpg"/>
          <p:cNvPicPr>
            <a:picLocks noChangeAspect="1"/>
          </p:cNvPicPr>
          <p:nvPr/>
        </p:nvPicPr>
        <p:blipFill>
          <a:blip r:embed="rId15"/>
          <a:stretch>
            <a:fillRect/>
          </a:stretch>
        </p:blipFill>
        <p:spPr>
          <a:xfrm>
            <a:off x="3263900" y="4914900"/>
            <a:ext cx="2108200" cy="254000"/>
          </a:xfrm>
          <a:prstGeom prst="rect">
            <a:avLst/>
          </a:prstGeom>
        </p:spPr>
      </p:pic>
      <p:pic>
        <p:nvPicPr>
          <p:cNvPr id="16" name="Picture 15" descr="image.jpg"/>
          <p:cNvPicPr>
            <a:picLocks noChangeAspect="1"/>
          </p:cNvPicPr>
          <p:nvPr/>
        </p:nvPicPr>
        <p:blipFill>
          <a:blip r:embed="rId16"/>
          <a:stretch>
            <a:fillRect/>
          </a:stretch>
        </p:blipFill>
        <p:spPr>
          <a:xfrm>
            <a:off x="1231900" y="2165350"/>
            <a:ext cx="4140200" cy="95250"/>
          </a:xfrm>
          <a:prstGeom prst="rect">
            <a:avLst/>
          </a:prstGeom>
        </p:spPr>
      </p:pic>
      <p:pic>
        <p:nvPicPr>
          <p:cNvPr id="17" name="Picture 16" descr="image.jpg"/>
          <p:cNvPicPr>
            <a:picLocks noChangeAspect="1"/>
          </p:cNvPicPr>
          <p:nvPr/>
        </p:nvPicPr>
        <p:blipFill>
          <a:blip r:embed="rId17"/>
          <a:stretch>
            <a:fillRect/>
          </a:stretch>
        </p:blipFill>
        <p:spPr>
          <a:xfrm>
            <a:off x="1295400" y="1924050"/>
            <a:ext cx="1854200" cy="279400"/>
          </a:xfrm>
          <a:prstGeom prst="rect">
            <a:avLst/>
          </a:prstGeom>
        </p:spPr>
      </p:pic>
      <p:pic>
        <p:nvPicPr>
          <p:cNvPr id="18" name="Picture 17" descr="image.jpg"/>
          <p:cNvPicPr>
            <a:picLocks noChangeAspect="1"/>
          </p:cNvPicPr>
          <p:nvPr/>
        </p:nvPicPr>
        <p:blipFill>
          <a:blip r:embed="rId18"/>
          <a:stretch>
            <a:fillRect/>
          </a:stretch>
        </p:blipFill>
        <p:spPr>
          <a:xfrm>
            <a:off x="6375400" y="1320800"/>
            <a:ext cx="5156200" cy="323850"/>
          </a:xfrm>
          <a:prstGeom prst="rect">
            <a:avLst/>
          </a:prstGeom>
        </p:spPr>
      </p:pic>
      <p:pic>
        <p:nvPicPr>
          <p:cNvPr id="19" name="Picture 18" descr="image.jpg"/>
          <p:cNvPicPr>
            <a:picLocks noChangeAspect="1"/>
          </p:cNvPicPr>
          <p:nvPr/>
        </p:nvPicPr>
        <p:blipFill>
          <a:blip r:embed="rId19"/>
          <a:stretch>
            <a:fillRect/>
          </a:stretch>
        </p:blipFill>
        <p:spPr>
          <a:xfrm>
            <a:off x="6819900" y="1676400"/>
            <a:ext cx="215900" cy="215900"/>
          </a:xfrm>
          <a:prstGeom prst="rect">
            <a:avLst/>
          </a:prstGeom>
        </p:spPr>
      </p:pic>
      <p:pic>
        <p:nvPicPr>
          <p:cNvPr id="20" name="Picture 19" descr="image.jpg"/>
          <p:cNvPicPr>
            <a:picLocks noChangeAspect="1"/>
          </p:cNvPicPr>
          <p:nvPr/>
        </p:nvPicPr>
        <p:blipFill>
          <a:blip r:embed="rId20"/>
          <a:stretch>
            <a:fillRect/>
          </a:stretch>
        </p:blipFill>
        <p:spPr>
          <a:xfrm>
            <a:off x="7023100" y="1625600"/>
            <a:ext cx="2616200" cy="279400"/>
          </a:xfrm>
          <a:prstGeom prst="rect">
            <a:avLst/>
          </a:prstGeom>
        </p:spPr>
      </p:pic>
      <p:pic>
        <p:nvPicPr>
          <p:cNvPr id="21" name="Picture 20" descr="image.jpg"/>
          <p:cNvPicPr>
            <a:picLocks noChangeAspect="1"/>
          </p:cNvPicPr>
          <p:nvPr/>
        </p:nvPicPr>
        <p:blipFill>
          <a:blip r:embed="rId21"/>
          <a:stretch>
            <a:fillRect/>
          </a:stretch>
        </p:blipFill>
        <p:spPr>
          <a:xfrm>
            <a:off x="8572500" y="1676400"/>
            <a:ext cx="215900" cy="215900"/>
          </a:xfrm>
          <a:prstGeom prst="rect">
            <a:avLst/>
          </a:prstGeom>
        </p:spPr>
      </p:pic>
      <p:pic>
        <p:nvPicPr>
          <p:cNvPr id="22" name="Picture 21" descr="image.jpg"/>
          <p:cNvPicPr>
            <a:picLocks noChangeAspect="1"/>
          </p:cNvPicPr>
          <p:nvPr/>
        </p:nvPicPr>
        <p:blipFill>
          <a:blip r:embed="rId22"/>
          <a:stretch>
            <a:fillRect/>
          </a:stretch>
        </p:blipFill>
        <p:spPr>
          <a:xfrm>
            <a:off x="8775700" y="1625600"/>
            <a:ext cx="2616200" cy="279400"/>
          </a:xfrm>
          <a:prstGeom prst="rect">
            <a:avLst/>
          </a:prstGeom>
        </p:spPr>
      </p:pic>
      <p:pic>
        <p:nvPicPr>
          <p:cNvPr id="23" name="Picture 22" descr="image.jpg"/>
          <p:cNvPicPr>
            <a:picLocks noChangeAspect="1"/>
          </p:cNvPicPr>
          <p:nvPr/>
        </p:nvPicPr>
        <p:blipFill>
          <a:blip r:embed="rId23"/>
          <a:stretch>
            <a:fillRect/>
          </a:stretch>
        </p:blipFill>
        <p:spPr>
          <a:xfrm>
            <a:off x="6248400" y="4749800"/>
            <a:ext cx="584200" cy="279400"/>
          </a:xfrm>
          <a:prstGeom prst="rect">
            <a:avLst/>
          </a:prstGeom>
        </p:spPr>
      </p:pic>
      <p:pic>
        <p:nvPicPr>
          <p:cNvPr id="24" name="Picture 23" descr="image.jpg"/>
          <p:cNvPicPr>
            <a:picLocks noChangeAspect="1"/>
          </p:cNvPicPr>
          <p:nvPr/>
        </p:nvPicPr>
        <p:blipFill>
          <a:blip r:embed="rId24"/>
          <a:stretch>
            <a:fillRect/>
          </a:stretch>
        </p:blipFill>
        <p:spPr>
          <a:xfrm>
            <a:off x="6248400" y="3816350"/>
            <a:ext cx="584200" cy="279400"/>
          </a:xfrm>
          <a:prstGeom prst="rect">
            <a:avLst/>
          </a:prstGeom>
        </p:spPr>
      </p:pic>
      <p:pic>
        <p:nvPicPr>
          <p:cNvPr id="25" name="Picture 24" descr="image.jpg"/>
          <p:cNvPicPr>
            <a:picLocks noChangeAspect="1"/>
          </p:cNvPicPr>
          <p:nvPr/>
        </p:nvPicPr>
        <p:blipFill>
          <a:blip r:embed="rId25"/>
          <a:stretch>
            <a:fillRect/>
          </a:stretch>
        </p:blipFill>
        <p:spPr>
          <a:xfrm>
            <a:off x="6248400" y="2889250"/>
            <a:ext cx="584200" cy="279400"/>
          </a:xfrm>
          <a:prstGeom prst="rect">
            <a:avLst/>
          </a:prstGeom>
        </p:spPr>
      </p:pic>
      <p:pic>
        <p:nvPicPr>
          <p:cNvPr id="26" name="Picture 25" descr="image.jpg"/>
          <p:cNvPicPr>
            <a:picLocks noChangeAspect="1"/>
          </p:cNvPicPr>
          <p:nvPr/>
        </p:nvPicPr>
        <p:blipFill>
          <a:blip r:embed="rId26"/>
          <a:stretch>
            <a:fillRect/>
          </a:stretch>
        </p:blipFill>
        <p:spPr>
          <a:xfrm>
            <a:off x="6248400" y="1955800"/>
            <a:ext cx="584200" cy="279400"/>
          </a:xfrm>
          <a:prstGeom prst="rect">
            <a:avLst/>
          </a:prstGeom>
        </p:spPr>
      </p:pic>
      <p:pic>
        <p:nvPicPr>
          <p:cNvPr id="27" name="Picture 26" descr="image.jpg"/>
          <p:cNvPicPr>
            <a:picLocks noChangeAspect="1"/>
          </p:cNvPicPr>
          <p:nvPr/>
        </p:nvPicPr>
        <p:blipFill>
          <a:blip r:embed="rId27"/>
          <a:stretch>
            <a:fillRect/>
          </a:stretch>
        </p:blipFill>
        <p:spPr>
          <a:xfrm>
            <a:off x="6819900" y="4851400"/>
            <a:ext cx="4521200" cy="95250"/>
          </a:xfrm>
          <a:prstGeom prst="rect">
            <a:avLst/>
          </a:prstGeom>
        </p:spPr>
      </p:pic>
      <p:pic>
        <p:nvPicPr>
          <p:cNvPr id="28" name="Picture 27" descr="image.jpg"/>
          <p:cNvPicPr>
            <a:picLocks noChangeAspect="1"/>
          </p:cNvPicPr>
          <p:nvPr/>
        </p:nvPicPr>
        <p:blipFill>
          <a:blip r:embed="rId28"/>
          <a:stretch>
            <a:fillRect/>
          </a:stretch>
        </p:blipFill>
        <p:spPr>
          <a:xfrm>
            <a:off x="7143750" y="2324100"/>
            <a:ext cx="838200" cy="2603500"/>
          </a:xfrm>
          <a:prstGeom prst="rect">
            <a:avLst/>
          </a:prstGeom>
        </p:spPr>
      </p:pic>
      <p:pic>
        <p:nvPicPr>
          <p:cNvPr id="29" name="Picture 28" descr="image.jpg"/>
          <p:cNvPicPr>
            <a:picLocks noChangeAspect="1"/>
          </p:cNvPicPr>
          <p:nvPr/>
        </p:nvPicPr>
        <p:blipFill>
          <a:blip r:embed="rId29"/>
          <a:stretch>
            <a:fillRect/>
          </a:stretch>
        </p:blipFill>
        <p:spPr>
          <a:xfrm>
            <a:off x="7016750" y="2108200"/>
            <a:ext cx="1092200" cy="279400"/>
          </a:xfrm>
          <a:prstGeom prst="rect">
            <a:avLst/>
          </a:prstGeom>
        </p:spPr>
      </p:pic>
      <p:pic>
        <p:nvPicPr>
          <p:cNvPr id="30" name="Picture 29" descr="image.jpg"/>
          <p:cNvPicPr>
            <a:picLocks noChangeAspect="1"/>
          </p:cNvPicPr>
          <p:nvPr/>
        </p:nvPicPr>
        <p:blipFill>
          <a:blip r:embed="rId30"/>
          <a:stretch>
            <a:fillRect/>
          </a:stretch>
        </p:blipFill>
        <p:spPr>
          <a:xfrm>
            <a:off x="7956550" y="4038600"/>
            <a:ext cx="838200" cy="889000"/>
          </a:xfrm>
          <a:prstGeom prst="rect">
            <a:avLst/>
          </a:prstGeom>
        </p:spPr>
      </p:pic>
      <p:pic>
        <p:nvPicPr>
          <p:cNvPr id="31" name="Picture 30" descr="image.jpg"/>
          <p:cNvPicPr>
            <a:picLocks noChangeAspect="1"/>
          </p:cNvPicPr>
          <p:nvPr/>
        </p:nvPicPr>
        <p:blipFill>
          <a:blip r:embed="rId31"/>
          <a:stretch>
            <a:fillRect/>
          </a:stretch>
        </p:blipFill>
        <p:spPr>
          <a:xfrm>
            <a:off x="7829550" y="3822700"/>
            <a:ext cx="1092200" cy="279400"/>
          </a:xfrm>
          <a:prstGeom prst="rect">
            <a:avLst/>
          </a:prstGeom>
        </p:spPr>
      </p:pic>
      <p:pic>
        <p:nvPicPr>
          <p:cNvPr id="32" name="Picture 31" descr="image.jpg"/>
          <p:cNvPicPr>
            <a:picLocks noChangeAspect="1"/>
          </p:cNvPicPr>
          <p:nvPr/>
        </p:nvPicPr>
        <p:blipFill>
          <a:blip r:embed="rId32"/>
          <a:stretch>
            <a:fillRect/>
          </a:stretch>
        </p:blipFill>
        <p:spPr>
          <a:xfrm>
            <a:off x="6819900" y="4914900"/>
            <a:ext cx="2298700" cy="254000"/>
          </a:xfrm>
          <a:prstGeom prst="rect">
            <a:avLst/>
          </a:prstGeom>
        </p:spPr>
      </p:pic>
      <p:pic>
        <p:nvPicPr>
          <p:cNvPr id="33" name="Picture 32" descr="image.jpg"/>
          <p:cNvPicPr>
            <a:picLocks noChangeAspect="1"/>
          </p:cNvPicPr>
          <p:nvPr/>
        </p:nvPicPr>
        <p:blipFill>
          <a:blip r:embed="rId33"/>
          <a:stretch>
            <a:fillRect/>
          </a:stretch>
        </p:blipFill>
        <p:spPr>
          <a:xfrm>
            <a:off x="9366250" y="2133600"/>
            <a:ext cx="838200" cy="2794000"/>
          </a:xfrm>
          <a:prstGeom prst="rect">
            <a:avLst/>
          </a:prstGeom>
        </p:spPr>
      </p:pic>
      <p:pic>
        <p:nvPicPr>
          <p:cNvPr id="34" name="Picture 33" descr="image.jpg"/>
          <p:cNvPicPr>
            <a:picLocks noChangeAspect="1"/>
          </p:cNvPicPr>
          <p:nvPr/>
        </p:nvPicPr>
        <p:blipFill>
          <a:blip r:embed="rId34"/>
          <a:stretch>
            <a:fillRect/>
          </a:stretch>
        </p:blipFill>
        <p:spPr>
          <a:xfrm>
            <a:off x="9239250" y="1917700"/>
            <a:ext cx="1092200" cy="279400"/>
          </a:xfrm>
          <a:prstGeom prst="rect">
            <a:avLst/>
          </a:prstGeom>
        </p:spPr>
      </p:pic>
      <p:pic>
        <p:nvPicPr>
          <p:cNvPr id="35" name="Picture 34" descr="image.jpg"/>
          <p:cNvPicPr>
            <a:picLocks noChangeAspect="1"/>
          </p:cNvPicPr>
          <p:nvPr/>
        </p:nvPicPr>
        <p:blipFill>
          <a:blip r:embed="rId35"/>
          <a:stretch>
            <a:fillRect/>
          </a:stretch>
        </p:blipFill>
        <p:spPr>
          <a:xfrm>
            <a:off x="10179050" y="4318000"/>
            <a:ext cx="838200" cy="609600"/>
          </a:xfrm>
          <a:prstGeom prst="rect">
            <a:avLst/>
          </a:prstGeom>
        </p:spPr>
      </p:pic>
      <p:pic>
        <p:nvPicPr>
          <p:cNvPr id="36" name="Picture 35" descr="image.jpg"/>
          <p:cNvPicPr>
            <a:picLocks noChangeAspect="1"/>
          </p:cNvPicPr>
          <p:nvPr/>
        </p:nvPicPr>
        <p:blipFill>
          <a:blip r:embed="rId36"/>
          <a:stretch>
            <a:fillRect/>
          </a:stretch>
        </p:blipFill>
        <p:spPr>
          <a:xfrm>
            <a:off x="10052050" y="4102100"/>
            <a:ext cx="1092200" cy="279400"/>
          </a:xfrm>
          <a:prstGeom prst="rect">
            <a:avLst/>
          </a:prstGeom>
        </p:spPr>
      </p:pic>
      <p:pic>
        <p:nvPicPr>
          <p:cNvPr id="37" name="Picture 36" descr="image.jpg"/>
          <p:cNvPicPr>
            <a:picLocks noChangeAspect="1"/>
          </p:cNvPicPr>
          <p:nvPr/>
        </p:nvPicPr>
        <p:blipFill>
          <a:blip r:embed="rId37"/>
          <a:stretch>
            <a:fillRect/>
          </a:stretch>
        </p:blipFill>
        <p:spPr>
          <a:xfrm>
            <a:off x="9042400" y="4914900"/>
            <a:ext cx="2298700" cy="254000"/>
          </a:xfrm>
          <a:prstGeom prst="rect">
            <a:avLst/>
          </a:prstGeom>
        </p:spPr>
      </p:pic>
      <p:pic>
        <p:nvPicPr>
          <p:cNvPr id="38" name="Picture 37" descr="image.jpg"/>
          <p:cNvPicPr>
            <a:picLocks noChangeAspect="1"/>
          </p:cNvPicPr>
          <p:nvPr/>
        </p:nvPicPr>
        <p:blipFill>
          <a:blip r:embed="rId38"/>
          <a:stretch>
            <a:fillRect/>
          </a:stretch>
        </p:blipFill>
        <p:spPr>
          <a:xfrm>
            <a:off x="673100" y="5359400"/>
            <a:ext cx="10871200" cy="260350"/>
          </a:xfrm>
          <a:prstGeom prst="rect">
            <a:avLst/>
          </a:prstGeom>
        </p:spPr>
      </p:pic>
      <p:pic>
        <p:nvPicPr>
          <p:cNvPr id="39" name="Picture 38" descr="image.jpg"/>
          <p:cNvPicPr>
            <a:picLocks noChangeAspect="1"/>
          </p:cNvPicPr>
          <p:nvPr/>
        </p:nvPicPr>
        <p:blipFill>
          <a:blip r:embed="rId39"/>
          <a:stretch>
            <a:fillRect/>
          </a:stretch>
        </p:blipFill>
        <p:spPr>
          <a:xfrm>
            <a:off x="673100" y="5676900"/>
            <a:ext cx="10871200" cy="4064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10" presetClass="entr" presetSubtype="0" fill="hold" nodeType="withEffect">
                                  <p:stCondLst>
                                    <p:cond delay="118"/>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par>
                                <p:cTn id="13" presetID="10" presetClass="entr" presetSubtype="0" fill="hold" nodeType="withEffect">
                                  <p:stCondLst>
                                    <p:cond delay="118"/>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118"/>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118"/>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118"/>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118"/>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236"/>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50"/>
                                        <p:tgtEl>
                                          <p:spTgt spid="10"/>
                                        </p:tgtEl>
                                      </p:cBhvr>
                                    </p:animEffect>
                                  </p:childTnLst>
                                </p:cTn>
                              </p:par>
                              <p:par>
                                <p:cTn id="31" presetID="10" presetClass="entr" presetSubtype="0" fill="hold" nodeType="withEffect">
                                  <p:stCondLst>
                                    <p:cond delay="354"/>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42" presetClass="entr" presetSubtype="0" fill="hold" nodeType="withEffect">
                                  <p:stCondLst>
                                    <p:cond delay="472"/>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anim calcmode="lin" valueType="num">
                                      <p:cBhvr>
                                        <p:cTn id="37" dur="500" decel="100000" fill="hold"/>
                                        <p:tgtEl>
                                          <p:spTgt spid="12"/>
                                        </p:tgtEl>
                                        <p:attrNameLst>
                                          <p:attrName>ppt_x</p:attrName>
                                        </p:attrNameLst>
                                      </p:cBhvr>
                                      <p:tavLst>
                                        <p:tav tm="0">
                                          <p:val>
                                            <p:strVal val="#ppt_x"/>
                                          </p:val>
                                        </p:tav>
                                        <p:tav tm="100000">
                                          <p:val>
                                            <p:strVal val="#ppt_x"/>
                                          </p:val>
                                        </p:tav>
                                      </p:tavLst>
                                    </p:anim>
                                    <p:anim calcmode="lin" valueType="num">
                                      <p:cBhvr>
                                        <p:cTn id="38" dur="500" decel="100000" fill="hold"/>
                                        <p:tgtEl>
                                          <p:spTgt spid="12"/>
                                        </p:tgtEl>
                                        <p:attrNameLst>
                                          <p:attrName>ppt_y</p:attrName>
                                        </p:attrNameLst>
                                      </p:cBhvr>
                                      <p:tavLst>
                                        <p:tav tm="0">
                                          <p:val>
                                            <p:strVal val="#ppt_y+0.04"/>
                                          </p:val>
                                        </p:tav>
                                        <p:tav tm="100000">
                                          <p:val>
                                            <p:strVal val="#ppt_y"/>
                                          </p:val>
                                        </p:tav>
                                      </p:tavLst>
                                    </p:anim>
                                  </p:childTnLst>
                                </p:cTn>
                              </p:par>
                              <p:par>
                                <p:cTn id="39" presetID="22" presetClass="entr" presetSubtype="4" fill="hold" nodeType="withEffect">
                                  <p:stCondLst>
                                    <p:cond delay="590"/>
                                  </p:stCondLst>
                                  <p:childTnLst>
                                    <p:set>
                                      <p:cBhvr>
                                        <p:cTn id="40" dur="1" fill="hold">
                                          <p:stCondLst>
                                            <p:cond delay="0"/>
                                          </p:stCondLst>
                                        </p:cTn>
                                        <p:tgtEl>
                                          <p:spTgt spid="13"/>
                                        </p:tgtEl>
                                        <p:attrNameLst>
                                          <p:attrName>style.visibility</p:attrName>
                                        </p:attrNameLst>
                                      </p:cBhvr>
                                      <p:to>
                                        <p:strVal val="visible"/>
                                      </p:to>
                                    </p:set>
                                    <p:animEffect transition="in" filter="wipe(up)">
                                      <p:cBhvr>
                                        <p:cTn id="41" dur="650"/>
                                        <p:tgtEl>
                                          <p:spTgt spid="13"/>
                                        </p:tgtEl>
                                      </p:cBhvr>
                                    </p:animEffect>
                                  </p:childTnLst>
                                </p:cTn>
                              </p:par>
                              <p:par>
                                <p:cTn id="42" presetID="10" presetClass="entr" presetSubtype="0" fill="hold" nodeType="withEffect">
                                  <p:stCondLst>
                                    <p:cond delay="708"/>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par>
                                <p:cTn id="45" presetID="42" presetClass="entr" presetSubtype="0" fill="hold" nodeType="withEffect">
                                  <p:stCondLst>
                                    <p:cond delay="826"/>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anim calcmode="lin" valueType="num">
                                      <p:cBhvr>
                                        <p:cTn id="48" dur="500" decel="100000" fill="hold"/>
                                        <p:tgtEl>
                                          <p:spTgt spid="15"/>
                                        </p:tgtEl>
                                        <p:attrNameLst>
                                          <p:attrName>ppt_x</p:attrName>
                                        </p:attrNameLst>
                                      </p:cBhvr>
                                      <p:tavLst>
                                        <p:tav tm="0">
                                          <p:val>
                                            <p:strVal val="#ppt_x"/>
                                          </p:val>
                                        </p:tav>
                                        <p:tav tm="100000">
                                          <p:val>
                                            <p:strVal val="#ppt_x"/>
                                          </p:val>
                                        </p:tav>
                                      </p:tavLst>
                                    </p:anim>
                                    <p:anim calcmode="lin" valueType="num">
                                      <p:cBhvr>
                                        <p:cTn id="49" dur="500" decel="100000" fill="hold"/>
                                        <p:tgtEl>
                                          <p:spTgt spid="15"/>
                                        </p:tgtEl>
                                        <p:attrNameLst>
                                          <p:attrName>ppt_y</p:attrName>
                                        </p:attrNameLst>
                                      </p:cBhvr>
                                      <p:tavLst>
                                        <p:tav tm="0">
                                          <p:val>
                                            <p:strVal val="#ppt_y+0.04"/>
                                          </p:val>
                                        </p:tav>
                                        <p:tav tm="100000">
                                          <p:val>
                                            <p:strVal val="#ppt_y"/>
                                          </p:val>
                                        </p:tav>
                                      </p:tavLst>
                                    </p:anim>
                                  </p:childTnLst>
                                </p:cTn>
                              </p:par>
                              <p:par>
                                <p:cTn id="50" presetID="10" presetClass="entr" presetSubtype="0" fill="hold" nodeType="withEffect">
                                  <p:stCondLst>
                                    <p:cond delay="944"/>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400"/>
                                        <p:tgtEl>
                                          <p:spTgt spid="16"/>
                                        </p:tgtEl>
                                      </p:cBhvr>
                                    </p:animEffect>
                                  </p:childTnLst>
                                </p:cTn>
                              </p:par>
                              <p:par>
                                <p:cTn id="53" presetID="42" presetClass="entr" presetSubtype="0" fill="hold" nodeType="withEffect">
                                  <p:stCondLst>
                                    <p:cond delay="1062"/>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decel="100000" fill="hold"/>
                                        <p:tgtEl>
                                          <p:spTgt spid="17"/>
                                        </p:tgtEl>
                                        <p:attrNameLst>
                                          <p:attrName>ppt_x</p:attrName>
                                        </p:attrNameLst>
                                      </p:cBhvr>
                                      <p:tavLst>
                                        <p:tav tm="0">
                                          <p:val>
                                            <p:strVal val="#ppt_x"/>
                                          </p:val>
                                        </p:tav>
                                        <p:tav tm="100000">
                                          <p:val>
                                            <p:strVal val="#ppt_x"/>
                                          </p:val>
                                        </p:tav>
                                      </p:tavLst>
                                    </p:anim>
                                    <p:anim calcmode="lin" valueType="num">
                                      <p:cBhvr>
                                        <p:cTn id="57" dur="500" decel="100000" fill="hold"/>
                                        <p:tgtEl>
                                          <p:spTgt spid="17"/>
                                        </p:tgtEl>
                                        <p:attrNameLst>
                                          <p:attrName>ppt_y</p:attrName>
                                        </p:attrNameLst>
                                      </p:cBhvr>
                                      <p:tavLst>
                                        <p:tav tm="0">
                                          <p:val>
                                            <p:strVal val="#ppt_y+0.04"/>
                                          </p:val>
                                        </p:tav>
                                        <p:tav tm="100000">
                                          <p:val>
                                            <p:strVal val="#ppt_y"/>
                                          </p:val>
                                        </p:tav>
                                      </p:tavLst>
                                    </p:anim>
                                  </p:childTnLst>
                                </p:cTn>
                              </p:par>
                              <p:par>
                                <p:cTn id="58" presetID="42" presetClass="entr" presetSubtype="0" fill="hold" nodeType="withEffect">
                                  <p:stCondLst>
                                    <p:cond delay="118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anim calcmode="lin" valueType="num">
                                      <p:cBhvr>
                                        <p:cTn id="61" dur="500" decel="100000" fill="hold"/>
                                        <p:tgtEl>
                                          <p:spTgt spid="18"/>
                                        </p:tgtEl>
                                        <p:attrNameLst>
                                          <p:attrName>ppt_x</p:attrName>
                                        </p:attrNameLst>
                                      </p:cBhvr>
                                      <p:tavLst>
                                        <p:tav tm="0">
                                          <p:val>
                                            <p:strVal val="#ppt_x"/>
                                          </p:val>
                                        </p:tav>
                                        <p:tav tm="100000">
                                          <p:val>
                                            <p:strVal val="#ppt_x"/>
                                          </p:val>
                                        </p:tav>
                                      </p:tavLst>
                                    </p:anim>
                                    <p:anim calcmode="lin" valueType="num">
                                      <p:cBhvr>
                                        <p:cTn id="62" dur="500" decel="100000" fill="hold"/>
                                        <p:tgtEl>
                                          <p:spTgt spid="18"/>
                                        </p:tgtEl>
                                        <p:attrNameLst>
                                          <p:attrName>ppt_y</p:attrName>
                                        </p:attrNameLst>
                                      </p:cBhvr>
                                      <p:tavLst>
                                        <p:tav tm="0">
                                          <p:val>
                                            <p:strVal val="#ppt_y+0.04"/>
                                          </p:val>
                                        </p:tav>
                                        <p:tav tm="100000">
                                          <p:val>
                                            <p:strVal val="#ppt_y"/>
                                          </p:val>
                                        </p:tav>
                                      </p:tavLst>
                                    </p:anim>
                                  </p:childTnLst>
                                </p:cTn>
                              </p:par>
                              <p:par>
                                <p:cTn id="63" presetID="10" presetClass="entr" presetSubtype="0" fill="hold" nodeType="withEffect">
                                  <p:stCondLst>
                                    <p:cond delay="1298"/>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450"/>
                                        <p:tgtEl>
                                          <p:spTgt spid="19"/>
                                        </p:tgtEl>
                                      </p:cBhvr>
                                    </p:animEffect>
                                  </p:childTnLst>
                                </p:cTn>
                              </p:par>
                              <p:par>
                                <p:cTn id="66" presetID="42" presetClass="entr" presetSubtype="0" fill="hold" nodeType="withEffect">
                                  <p:stCondLst>
                                    <p:cond delay="1416"/>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anim calcmode="lin" valueType="num">
                                      <p:cBhvr>
                                        <p:cTn id="69" dur="500" decel="100000" fill="hold"/>
                                        <p:tgtEl>
                                          <p:spTgt spid="20"/>
                                        </p:tgtEl>
                                        <p:attrNameLst>
                                          <p:attrName>ppt_x</p:attrName>
                                        </p:attrNameLst>
                                      </p:cBhvr>
                                      <p:tavLst>
                                        <p:tav tm="0">
                                          <p:val>
                                            <p:strVal val="#ppt_x"/>
                                          </p:val>
                                        </p:tav>
                                        <p:tav tm="100000">
                                          <p:val>
                                            <p:strVal val="#ppt_x"/>
                                          </p:val>
                                        </p:tav>
                                      </p:tavLst>
                                    </p:anim>
                                    <p:anim calcmode="lin" valueType="num">
                                      <p:cBhvr>
                                        <p:cTn id="70" dur="500" decel="100000" fill="hold"/>
                                        <p:tgtEl>
                                          <p:spTgt spid="20"/>
                                        </p:tgtEl>
                                        <p:attrNameLst>
                                          <p:attrName>ppt_y</p:attrName>
                                        </p:attrNameLst>
                                      </p:cBhvr>
                                      <p:tavLst>
                                        <p:tav tm="0">
                                          <p:val>
                                            <p:strVal val="#ppt_y+0.04"/>
                                          </p:val>
                                        </p:tav>
                                        <p:tav tm="100000">
                                          <p:val>
                                            <p:strVal val="#ppt_y"/>
                                          </p:val>
                                        </p:tav>
                                      </p:tavLst>
                                    </p:anim>
                                  </p:childTnLst>
                                </p:cTn>
                              </p:par>
                              <p:par>
                                <p:cTn id="71" presetID="10" presetClass="entr" presetSubtype="0" fill="hold" nodeType="withEffect">
                                  <p:stCondLst>
                                    <p:cond delay="1534"/>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childTnLst>
                                </p:cTn>
                              </p:par>
                              <p:par>
                                <p:cTn id="74" presetID="42" presetClass="entr" presetSubtype="0" fill="hold" nodeType="withEffect">
                                  <p:stCondLst>
                                    <p:cond delay="1652"/>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500"/>
                                        <p:tgtEl>
                                          <p:spTgt spid="22"/>
                                        </p:tgtEl>
                                      </p:cBhvr>
                                    </p:animEffect>
                                    <p:anim calcmode="lin" valueType="num">
                                      <p:cBhvr>
                                        <p:cTn id="77" dur="500" decel="100000" fill="hold"/>
                                        <p:tgtEl>
                                          <p:spTgt spid="22"/>
                                        </p:tgtEl>
                                        <p:attrNameLst>
                                          <p:attrName>ppt_x</p:attrName>
                                        </p:attrNameLst>
                                      </p:cBhvr>
                                      <p:tavLst>
                                        <p:tav tm="0">
                                          <p:val>
                                            <p:strVal val="#ppt_x"/>
                                          </p:val>
                                        </p:tav>
                                        <p:tav tm="100000">
                                          <p:val>
                                            <p:strVal val="#ppt_x"/>
                                          </p:val>
                                        </p:tav>
                                      </p:tavLst>
                                    </p:anim>
                                    <p:anim calcmode="lin" valueType="num">
                                      <p:cBhvr>
                                        <p:cTn id="78" dur="500" decel="100000" fill="hold"/>
                                        <p:tgtEl>
                                          <p:spTgt spid="22"/>
                                        </p:tgtEl>
                                        <p:attrNameLst>
                                          <p:attrName>ppt_y</p:attrName>
                                        </p:attrNameLst>
                                      </p:cBhvr>
                                      <p:tavLst>
                                        <p:tav tm="0">
                                          <p:val>
                                            <p:strVal val="#ppt_y+0.04"/>
                                          </p:val>
                                        </p:tav>
                                        <p:tav tm="100000">
                                          <p:val>
                                            <p:strVal val="#ppt_y"/>
                                          </p:val>
                                        </p:tav>
                                      </p:tavLst>
                                    </p:anim>
                                  </p:childTnLst>
                                </p:cTn>
                              </p:par>
                              <p:par>
                                <p:cTn id="79" presetID="10" presetClass="entr" presetSubtype="0" fill="hold" nodeType="withEffect">
                                  <p:stCondLst>
                                    <p:cond delay="177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400"/>
                                        <p:tgtEl>
                                          <p:spTgt spid="23"/>
                                        </p:tgtEl>
                                      </p:cBhvr>
                                    </p:animEffect>
                                  </p:childTnLst>
                                </p:cTn>
                              </p:par>
                              <p:par>
                                <p:cTn id="82" presetID="10" presetClass="entr" presetSubtype="0" fill="hold" nodeType="withEffect">
                                  <p:stCondLst>
                                    <p:cond delay="177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400"/>
                                        <p:tgtEl>
                                          <p:spTgt spid="24"/>
                                        </p:tgtEl>
                                      </p:cBhvr>
                                    </p:animEffect>
                                  </p:childTnLst>
                                </p:cTn>
                              </p:par>
                              <p:par>
                                <p:cTn id="85" presetID="10" presetClass="entr" presetSubtype="0" fill="hold" nodeType="withEffect">
                                  <p:stCondLst>
                                    <p:cond delay="177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par>
                                <p:cTn id="88" presetID="10" presetClass="entr" presetSubtype="0" fill="hold" nodeType="withEffect">
                                  <p:stCondLst>
                                    <p:cond delay="177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400"/>
                                        <p:tgtEl>
                                          <p:spTgt spid="26"/>
                                        </p:tgtEl>
                                      </p:cBhvr>
                                    </p:animEffect>
                                  </p:childTnLst>
                                </p:cTn>
                              </p:par>
                              <p:par>
                                <p:cTn id="91" presetID="10" presetClass="entr" presetSubtype="0" fill="hold" nodeType="withEffect">
                                  <p:stCondLst>
                                    <p:cond delay="1770"/>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400"/>
                                        <p:tgtEl>
                                          <p:spTgt spid="27"/>
                                        </p:tgtEl>
                                      </p:cBhvr>
                                    </p:animEffect>
                                  </p:childTnLst>
                                </p:cTn>
                              </p:par>
                              <p:par>
                                <p:cTn id="94" presetID="22" presetClass="entr" presetSubtype="4" fill="hold" nodeType="withEffect">
                                  <p:stCondLst>
                                    <p:cond delay="1888"/>
                                  </p:stCondLst>
                                  <p:childTnLst>
                                    <p:set>
                                      <p:cBhvr>
                                        <p:cTn id="95" dur="1" fill="hold">
                                          <p:stCondLst>
                                            <p:cond delay="0"/>
                                          </p:stCondLst>
                                        </p:cTn>
                                        <p:tgtEl>
                                          <p:spTgt spid="28"/>
                                        </p:tgtEl>
                                        <p:attrNameLst>
                                          <p:attrName>style.visibility</p:attrName>
                                        </p:attrNameLst>
                                      </p:cBhvr>
                                      <p:to>
                                        <p:strVal val="visible"/>
                                      </p:to>
                                    </p:set>
                                    <p:animEffect transition="in" filter="wipe(up)">
                                      <p:cBhvr>
                                        <p:cTn id="96" dur="650"/>
                                        <p:tgtEl>
                                          <p:spTgt spid="28"/>
                                        </p:tgtEl>
                                      </p:cBhvr>
                                    </p:animEffect>
                                  </p:childTnLst>
                                </p:cTn>
                              </p:par>
                              <p:par>
                                <p:cTn id="97" presetID="10" presetClass="entr" presetSubtype="0" fill="hold" nodeType="withEffect">
                                  <p:stCondLst>
                                    <p:cond delay="2006"/>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400"/>
                                        <p:tgtEl>
                                          <p:spTgt spid="29"/>
                                        </p:tgtEl>
                                      </p:cBhvr>
                                    </p:animEffect>
                                  </p:childTnLst>
                                </p:cTn>
                              </p:par>
                              <p:par>
                                <p:cTn id="100" presetID="10" presetClass="entr" presetSubtype="0" fill="hold" nodeType="withEffect">
                                  <p:stCondLst>
                                    <p:cond delay="2124"/>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450"/>
                                        <p:tgtEl>
                                          <p:spTgt spid="30"/>
                                        </p:tgtEl>
                                      </p:cBhvr>
                                    </p:animEffect>
                                  </p:childTnLst>
                                </p:cTn>
                              </p:par>
                              <p:par>
                                <p:cTn id="103" presetID="10" presetClass="entr" presetSubtype="0" fill="hold" nodeType="withEffect">
                                  <p:stCondLst>
                                    <p:cond delay="2242"/>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400"/>
                                        <p:tgtEl>
                                          <p:spTgt spid="31"/>
                                        </p:tgtEl>
                                      </p:cBhvr>
                                    </p:animEffect>
                                  </p:childTnLst>
                                </p:cTn>
                              </p:par>
                              <p:par>
                                <p:cTn id="106" presetID="42" presetClass="entr" presetSubtype="0" fill="hold" nodeType="withEffect">
                                  <p:stCondLst>
                                    <p:cond delay="236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500"/>
                                        <p:tgtEl>
                                          <p:spTgt spid="32"/>
                                        </p:tgtEl>
                                      </p:cBhvr>
                                    </p:animEffect>
                                    <p:anim calcmode="lin" valueType="num">
                                      <p:cBhvr>
                                        <p:cTn id="109" dur="500" decel="100000" fill="hold"/>
                                        <p:tgtEl>
                                          <p:spTgt spid="32"/>
                                        </p:tgtEl>
                                        <p:attrNameLst>
                                          <p:attrName>ppt_x</p:attrName>
                                        </p:attrNameLst>
                                      </p:cBhvr>
                                      <p:tavLst>
                                        <p:tav tm="0">
                                          <p:val>
                                            <p:strVal val="#ppt_x"/>
                                          </p:val>
                                        </p:tav>
                                        <p:tav tm="100000">
                                          <p:val>
                                            <p:strVal val="#ppt_x"/>
                                          </p:val>
                                        </p:tav>
                                      </p:tavLst>
                                    </p:anim>
                                    <p:anim calcmode="lin" valueType="num">
                                      <p:cBhvr>
                                        <p:cTn id="110" dur="500" decel="100000" fill="hold"/>
                                        <p:tgtEl>
                                          <p:spTgt spid="32"/>
                                        </p:tgtEl>
                                        <p:attrNameLst>
                                          <p:attrName>ppt_y</p:attrName>
                                        </p:attrNameLst>
                                      </p:cBhvr>
                                      <p:tavLst>
                                        <p:tav tm="0">
                                          <p:val>
                                            <p:strVal val="#ppt_y+0.04"/>
                                          </p:val>
                                        </p:tav>
                                        <p:tav tm="100000">
                                          <p:val>
                                            <p:strVal val="#ppt_y"/>
                                          </p:val>
                                        </p:tav>
                                      </p:tavLst>
                                    </p:anim>
                                  </p:childTnLst>
                                </p:cTn>
                              </p:par>
                              <p:par>
                                <p:cTn id="111" presetID="22" presetClass="entr" presetSubtype="4" fill="hold" nodeType="withEffect">
                                  <p:stCondLst>
                                    <p:cond delay="2478"/>
                                  </p:stCondLst>
                                  <p:childTnLst>
                                    <p:set>
                                      <p:cBhvr>
                                        <p:cTn id="112" dur="1" fill="hold">
                                          <p:stCondLst>
                                            <p:cond delay="0"/>
                                          </p:stCondLst>
                                        </p:cTn>
                                        <p:tgtEl>
                                          <p:spTgt spid="33"/>
                                        </p:tgtEl>
                                        <p:attrNameLst>
                                          <p:attrName>style.visibility</p:attrName>
                                        </p:attrNameLst>
                                      </p:cBhvr>
                                      <p:to>
                                        <p:strVal val="visible"/>
                                      </p:to>
                                    </p:set>
                                    <p:animEffect transition="in" filter="wipe(up)">
                                      <p:cBhvr>
                                        <p:cTn id="113" dur="650"/>
                                        <p:tgtEl>
                                          <p:spTgt spid="33"/>
                                        </p:tgtEl>
                                      </p:cBhvr>
                                    </p:animEffect>
                                  </p:childTnLst>
                                </p:cTn>
                              </p:par>
                              <p:par>
                                <p:cTn id="114" presetID="10" presetClass="entr" presetSubtype="0" fill="hold" nodeType="withEffect">
                                  <p:stCondLst>
                                    <p:cond delay="2596"/>
                                  </p:stCondLst>
                                  <p:childTnLst>
                                    <p:set>
                                      <p:cBhvr>
                                        <p:cTn id="115" dur="1" fill="hold">
                                          <p:stCondLst>
                                            <p:cond delay="0"/>
                                          </p:stCondLst>
                                        </p:cTn>
                                        <p:tgtEl>
                                          <p:spTgt spid="34"/>
                                        </p:tgtEl>
                                        <p:attrNameLst>
                                          <p:attrName>style.visibility</p:attrName>
                                        </p:attrNameLst>
                                      </p:cBhvr>
                                      <p:to>
                                        <p:strVal val="visible"/>
                                      </p:to>
                                    </p:set>
                                    <p:animEffect transition="in" filter="fade">
                                      <p:cBhvr>
                                        <p:cTn id="116" dur="400"/>
                                        <p:tgtEl>
                                          <p:spTgt spid="34"/>
                                        </p:tgtEl>
                                      </p:cBhvr>
                                    </p:animEffect>
                                  </p:childTnLst>
                                </p:cTn>
                              </p:par>
                              <p:par>
                                <p:cTn id="117" presetID="22" presetClass="entr" presetSubtype="8" fill="hold" nodeType="withEffect">
                                  <p:stCondLst>
                                    <p:cond delay="2714"/>
                                  </p:stCondLst>
                                  <p:childTnLst>
                                    <p:set>
                                      <p:cBhvr>
                                        <p:cTn id="118" dur="1" fill="hold">
                                          <p:stCondLst>
                                            <p:cond delay="0"/>
                                          </p:stCondLst>
                                        </p:cTn>
                                        <p:tgtEl>
                                          <p:spTgt spid="35"/>
                                        </p:tgtEl>
                                        <p:attrNameLst>
                                          <p:attrName>style.visibility</p:attrName>
                                        </p:attrNameLst>
                                      </p:cBhvr>
                                      <p:to>
                                        <p:strVal val="visible"/>
                                      </p:to>
                                    </p:set>
                                    <p:animEffect transition="in" filter="wipe(right)">
                                      <p:cBhvr>
                                        <p:cTn id="119" dur="650"/>
                                        <p:tgtEl>
                                          <p:spTgt spid="35"/>
                                        </p:tgtEl>
                                      </p:cBhvr>
                                    </p:animEffect>
                                  </p:childTnLst>
                                </p:cTn>
                              </p:par>
                              <p:par>
                                <p:cTn id="120" presetID="10" presetClass="entr" presetSubtype="0" fill="hold" nodeType="withEffect">
                                  <p:stCondLst>
                                    <p:cond delay="2832"/>
                                  </p:stCondLst>
                                  <p:childTnLst>
                                    <p:set>
                                      <p:cBhvr>
                                        <p:cTn id="121" dur="1" fill="hold">
                                          <p:stCondLst>
                                            <p:cond delay="0"/>
                                          </p:stCondLst>
                                        </p:cTn>
                                        <p:tgtEl>
                                          <p:spTgt spid="36"/>
                                        </p:tgtEl>
                                        <p:attrNameLst>
                                          <p:attrName>style.visibility</p:attrName>
                                        </p:attrNameLst>
                                      </p:cBhvr>
                                      <p:to>
                                        <p:strVal val="visible"/>
                                      </p:to>
                                    </p:set>
                                    <p:animEffect transition="in" filter="fade">
                                      <p:cBhvr>
                                        <p:cTn id="122" dur="400"/>
                                        <p:tgtEl>
                                          <p:spTgt spid="36"/>
                                        </p:tgtEl>
                                      </p:cBhvr>
                                    </p:animEffect>
                                  </p:childTnLst>
                                </p:cTn>
                              </p:par>
                              <p:par>
                                <p:cTn id="123" presetID="42" presetClass="entr" presetSubtype="0" fill="hold" nodeType="withEffect">
                                  <p:stCondLst>
                                    <p:cond delay="2950"/>
                                  </p:stCondLst>
                                  <p:childTnLst>
                                    <p:set>
                                      <p:cBhvr>
                                        <p:cTn id="124" dur="1" fill="hold">
                                          <p:stCondLst>
                                            <p:cond delay="0"/>
                                          </p:stCondLst>
                                        </p:cTn>
                                        <p:tgtEl>
                                          <p:spTgt spid="37"/>
                                        </p:tgtEl>
                                        <p:attrNameLst>
                                          <p:attrName>style.visibility</p:attrName>
                                        </p:attrNameLst>
                                      </p:cBhvr>
                                      <p:to>
                                        <p:strVal val="visible"/>
                                      </p:to>
                                    </p:set>
                                    <p:animEffect transition="in" filter="fade">
                                      <p:cBhvr>
                                        <p:cTn id="125" dur="500"/>
                                        <p:tgtEl>
                                          <p:spTgt spid="37"/>
                                        </p:tgtEl>
                                      </p:cBhvr>
                                    </p:animEffect>
                                    <p:anim calcmode="lin" valueType="num">
                                      <p:cBhvr>
                                        <p:cTn id="126" dur="500" decel="100000" fill="hold"/>
                                        <p:tgtEl>
                                          <p:spTgt spid="37"/>
                                        </p:tgtEl>
                                        <p:attrNameLst>
                                          <p:attrName>ppt_x</p:attrName>
                                        </p:attrNameLst>
                                      </p:cBhvr>
                                      <p:tavLst>
                                        <p:tav tm="0">
                                          <p:val>
                                            <p:strVal val="#ppt_x"/>
                                          </p:val>
                                        </p:tav>
                                        <p:tav tm="100000">
                                          <p:val>
                                            <p:strVal val="#ppt_x"/>
                                          </p:val>
                                        </p:tav>
                                      </p:tavLst>
                                    </p:anim>
                                    <p:anim calcmode="lin" valueType="num">
                                      <p:cBhvr>
                                        <p:cTn id="127" dur="500" decel="100000" fill="hold"/>
                                        <p:tgtEl>
                                          <p:spTgt spid="37"/>
                                        </p:tgtEl>
                                        <p:attrNameLst>
                                          <p:attrName>ppt_y</p:attrName>
                                        </p:attrNameLst>
                                      </p:cBhvr>
                                      <p:tavLst>
                                        <p:tav tm="0">
                                          <p:val>
                                            <p:strVal val="#ppt_y+0.04"/>
                                          </p:val>
                                        </p:tav>
                                        <p:tav tm="100000">
                                          <p:val>
                                            <p:strVal val="#ppt_y"/>
                                          </p:val>
                                        </p:tav>
                                      </p:tavLst>
                                    </p:anim>
                                  </p:childTnLst>
                                </p:cTn>
                              </p:par>
                              <p:par>
                                <p:cTn id="128" presetID="42" presetClass="entr" presetSubtype="0" fill="hold" nodeType="withEffect">
                                  <p:stCondLst>
                                    <p:cond delay="3068"/>
                                  </p:stCondLst>
                                  <p:childTnLst>
                                    <p:set>
                                      <p:cBhvr>
                                        <p:cTn id="129" dur="1" fill="hold">
                                          <p:stCondLst>
                                            <p:cond delay="0"/>
                                          </p:stCondLst>
                                        </p:cTn>
                                        <p:tgtEl>
                                          <p:spTgt spid="38"/>
                                        </p:tgtEl>
                                        <p:attrNameLst>
                                          <p:attrName>style.visibility</p:attrName>
                                        </p:attrNameLst>
                                      </p:cBhvr>
                                      <p:to>
                                        <p:strVal val="visible"/>
                                      </p:to>
                                    </p:set>
                                    <p:animEffect transition="in" filter="fade">
                                      <p:cBhvr>
                                        <p:cTn id="130" dur="500"/>
                                        <p:tgtEl>
                                          <p:spTgt spid="38"/>
                                        </p:tgtEl>
                                      </p:cBhvr>
                                    </p:animEffect>
                                    <p:anim calcmode="lin" valueType="num">
                                      <p:cBhvr>
                                        <p:cTn id="131" dur="500" decel="100000" fill="hold"/>
                                        <p:tgtEl>
                                          <p:spTgt spid="38"/>
                                        </p:tgtEl>
                                        <p:attrNameLst>
                                          <p:attrName>ppt_x</p:attrName>
                                        </p:attrNameLst>
                                      </p:cBhvr>
                                      <p:tavLst>
                                        <p:tav tm="0">
                                          <p:val>
                                            <p:strVal val="#ppt_x"/>
                                          </p:val>
                                        </p:tav>
                                        <p:tav tm="100000">
                                          <p:val>
                                            <p:strVal val="#ppt_x"/>
                                          </p:val>
                                        </p:tav>
                                      </p:tavLst>
                                    </p:anim>
                                    <p:anim calcmode="lin" valueType="num">
                                      <p:cBhvr>
                                        <p:cTn id="132" dur="500" decel="100000" fill="hold"/>
                                        <p:tgtEl>
                                          <p:spTgt spid="38"/>
                                        </p:tgtEl>
                                        <p:attrNameLst>
                                          <p:attrName>ppt_y</p:attrName>
                                        </p:attrNameLst>
                                      </p:cBhvr>
                                      <p:tavLst>
                                        <p:tav tm="0">
                                          <p:val>
                                            <p:strVal val="#ppt_y+0.04"/>
                                          </p:val>
                                        </p:tav>
                                        <p:tav tm="100000">
                                          <p:val>
                                            <p:strVal val="#ppt_y"/>
                                          </p:val>
                                        </p:tav>
                                      </p:tavLst>
                                    </p:anim>
                                  </p:childTnLst>
                                </p:cTn>
                              </p:par>
                              <p:par>
                                <p:cTn id="133" presetID="42" presetClass="entr" presetSubtype="0" fill="hold" nodeType="withEffect">
                                  <p:stCondLst>
                                    <p:cond delay="3186"/>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500"/>
                                        <p:tgtEl>
                                          <p:spTgt spid="39"/>
                                        </p:tgtEl>
                                      </p:cBhvr>
                                    </p:animEffect>
                                    <p:anim calcmode="lin" valueType="num">
                                      <p:cBhvr>
                                        <p:cTn id="136" dur="500" decel="100000" fill="hold"/>
                                        <p:tgtEl>
                                          <p:spTgt spid="39"/>
                                        </p:tgtEl>
                                        <p:attrNameLst>
                                          <p:attrName>ppt_x</p:attrName>
                                        </p:attrNameLst>
                                      </p:cBhvr>
                                      <p:tavLst>
                                        <p:tav tm="0">
                                          <p:val>
                                            <p:strVal val="#ppt_x"/>
                                          </p:val>
                                        </p:tav>
                                        <p:tav tm="100000">
                                          <p:val>
                                            <p:strVal val="#ppt_x"/>
                                          </p:val>
                                        </p:tav>
                                      </p:tavLst>
                                    </p:anim>
                                    <p:anim calcmode="lin" valueType="num">
                                      <p:cBhvr>
                                        <p:cTn id="137" dur="500" decel="100000" fill="hold"/>
                                        <p:tgtEl>
                                          <p:spTgt spid="39"/>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7150"/>
            <a:ext cx="5283200" cy="3060700"/>
          </a:xfrm>
          <a:prstGeom prst="rect">
            <a:avLst/>
          </a:prstGeom>
        </p:spPr>
      </p:pic>
      <p:pic>
        <p:nvPicPr>
          <p:cNvPr id="4" name="Picture 3" descr="image.jpg"/>
          <p:cNvPicPr>
            <a:picLocks noChangeAspect="1"/>
          </p:cNvPicPr>
          <p:nvPr/>
        </p:nvPicPr>
        <p:blipFill>
          <a:blip r:embed="rId4"/>
          <a:stretch>
            <a:fillRect/>
          </a:stretch>
        </p:blipFill>
        <p:spPr>
          <a:xfrm>
            <a:off x="673100" y="4375150"/>
            <a:ext cx="5283200" cy="260350"/>
          </a:xfrm>
          <a:prstGeom prst="rect">
            <a:avLst/>
          </a:prstGeom>
        </p:spPr>
      </p:pic>
      <p:pic>
        <p:nvPicPr>
          <p:cNvPr id="5" name="Picture 4" descr="image.jpg"/>
          <p:cNvPicPr>
            <a:picLocks noChangeAspect="1"/>
          </p:cNvPicPr>
          <p:nvPr/>
        </p:nvPicPr>
        <p:blipFill>
          <a:blip r:embed="rId5"/>
          <a:stretch>
            <a:fillRect/>
          </a:stretch>
        </p:blipFill>
        <p:spPr>
          <a:xfrm>
            <a:off x="673100" y="4787900"/>
            <a:ext cx="5283200" cy="806450"/>
          </a:xfrm>
          <a:prstGeom prst="rect">
            <a:avLst/>
          </a:prstGeom>
        </p:spPr>
      </p:pic>
      <p:pic>
        <p:nvPicPr>
          <p:cNvPr id="6" name="Picture 5" descr="image.jpg"/>
          <p:cNvPicPr>
            <a:picLocks noChangeAspect="1"/>
          </p:cNvPicPr>
          <p:nvPr/>
        </p:nvPicPr>
        <p:blipFill>
          <a:blip r:embed="rId6"/>
          <a:stretch>
            <a:fillRect/>
          </a:stretch>
        </p:blipFill>
        <p:spPr>
          <a:xfrm>
            <a:off x="6375400" y="1320800"/>
            <a:ext cx="5156200" cy="323850"/>
          </a:xfrm>
          <a:prstGeom prst="rect">
            <a:avLst/>
          </a:prstGeom>
        </p:spPr>
      </p:pic>
      <p:pic>
        <p:nvPicPr>
          <p:cNvPr id="7" name="Picture 6" descr="image.jpg"/>
          <p:cNvPicPr>
            <a:picLocks noChangeAspect="1"/>
          </p:cNvPicPr>
          <p:nvPr/>
        </p:nvPicPr>
        <p:blipFill>
          <a:blip r:embed="rId7"/>
          <a:stretch>
            <a:fillRect/>
          </a:stretch>
        </p:blipFill>
        <p:spPr>
          <a:xfrm>
            <a:off x="6692900" y="1676400"/>
            <a:ext cx="215900" cy="215900"/>
          </a:xfrm>
          <a:prstGeom prst="rect">
            <a:avLst/>
          </a:prstGeom>
        </p:spPr>
      </p:pic>
      <p:pic>
        <p:nvPicPr>
          <p:cNvPr id="8" name="Picture 7" descr="image.jpg"/>
          <p:cNvPicPr>
            <a:picLocks noChangeAspect="1"/>
          </p:cNvPicPr>
          <p:nvPr/>
        </p:nvPicPr>
        <p:blipFill>
          <a:blip r:embed="rId8"/>
          <a:stretch>
            <a:fillRect/>
          </a:stretch>
        </p:blipFill>
        <p:spPr>
          <a:xfrm>
            <a:off x="6896100" y="1625600"/>
            <a:ext cx="2616200" cy="279400"/>
          </a:xfrm>
          <a:prstGeom prst="rect">
            <a:avLst/>
          </a:prstGeom>
        </p:spPr>
      </p:pic>
      <p:pic>
        <p:nvPicPr>
          <p:cNvPr id="9" name="Picture 8" descr="image.jpg"/>
          <p:cNvPicPr>
            <a:picLocks noChangeAspect="1"/>
          </p:cNvPicPr>
          <p:nvPr/>
        </p:nvPicPr>
        <p:blipFill>
          <a:blip r:embed="rId9"/>
          <a:stretch>
            <a:fillRect/>
          </a:stretch>
        </p:blipFill>
        <p:spPr>
          <a:xfrm>
            <a:off x="7835900" y="1676400"/>
            <a:ext cx="215900" cy="215900"/>
          </a:xfrm>
          <a:prstGeom prst="rect">
            <a:avLst/>
          </a:prstGeom>
        </p:spPr>
      </p:pic>
      <p:pic>
        <p:nvPicPr>
          <p:cNvPr id="10" name="Picture 9" descr="image.jpg"/>
          <p:cNvPicPr>
            <a:picLocks noChangeAspect="1"/>
          </p:cNvPicPr>
          <p:nvPr/>
        </p:nvPicPr>
        <p:blipFill>
          <a:blip r:embed="rId10"/>
          <a:stretch>
            <a:fillRect/>
          </a:stretch>
        </p:blipFill>
        <p:spPr>
          <a:xfrm>
            <a:off x="8039100" y="1625600"/>
            <a:ext cx="2616200" cy="279400"/>
          </a:xfrm>
          <a:prstGeom prst="rect">
            <a:avLst/>
          </a:prstGeom>
        </p:spPr>
      </p:pic>
      <p:pic>
        <p:nvPicPr>
          <p:cNvPr id="11" name="Picture 10" descr="image.jpg"/>
          <p:cNvPicPr>
            <a:picLocks noChangeAspect="1"/>
          </p:cNvPicPr>
          <p:nvPr/>
        </p:nvPicPr>
        <p:blipFill>
          <a:blip r:embed="rId11"/>
          <a:stretch>
            <a:fillRect/>
          </a:stretch>
        </p:blipFill>
        <p:spPr>
          <a:xfrm>
            <a:off x="6121400" y="4749800"/>
            <a:ext cx="584200" cy="279400"/>
          </a:xfrm>
          <a:prstGeom prst="rect">
            <a:avLst/>
          </a:prstGeom>
        </p:spPr>
      </p:pic>
      <p:pic>
        <p:nvPicPr>
          <p:cNvPr id="12" name="Picture 11" descr="image.jpg"/>
          <p:cNvPicPr>
            <a:picLocks noChangeAspect="1"/>
          </p:cNvPicPr>
          <p:nvPr/>
        </p:nvPicPr>
        <p:blipFill>
          <a:blip r:embed="rId12"/>
          <a:stretch>
            <a:fillRect/>
          </a:stretch>
        </p:blipFill>
        <p:spPr>
          <a:xfrm>
            <a:off x="6121400" y="4051300"/>
            <a:ext cx="584200" cy="279400"/>
          </a:xfrm>
          <a:prstGeom prst="rect">
            <a:avLst/>
          </a:prstGeom>
        </p:spPr>
      </p:pic>
      <p:pic>
        <p:nvPicPr>
          <p:cNvPr id="13" name="Picture 12" descr="image.jpg"/>
          <p:cNvPicPr>
            <a:picLocks noChangeAspect="1"/>
          </p:cNvPicPr>
          <p:nvPr/>
        </p:nvPicPr>
        <p:blipFill>
          <a:blip r:embed="rId13"/>
          <a:stretch>
            <a:fillRect/>
          </a:stretch>
        </p:blipFill>
        <p:spPr>
          <a:xfrm>
            <a:off x="6121400" y="3352800"/>
            <a:ext cx="584200" cy="279400"/>
          </a:xfrm>
          <a:prstGeom prst="rect">
            <a:avLst/>
          </a:prstGeom>
        </p:spPr>
      </p:pic>
      <p:pic>
        <p:nvPicPr>
          <p:cNvPr id="14" name="Picture 13" descr="image.jpg"/>
          <p:cNvPicPr>
            <a:picLocks noChangeAspect="1"/>
          </p:cNvPicPr>
          <p:nvPr/>
        </p:nvPicPr>
        <p:blipFill>
          <a:blip r:embed="rId14"/>
          <a:stretch>
            <a:fillRect/>
          </a:stretch>
        </p:blipFill>
        <p:spPr>
          <a:xfrm>
            <a:off x="6121400" y="2654300"/>
            <a:ext cx="584200" cy="279400"/>
          </a:xfrm>
          <a:prstGeom prst="rect">
            <a:avLst/>
          </a:prstGeom>
        </p:spPr>
      </p:pic>
      <p:pic>
        <p:nvPicPr>
          <p:cNvPr id="15" name="Picture 14" descr="image.jpg"/>
          <p:cNvPicPr>
            <a:picLocks noChangeAspect="1"/>
          </p:cNvPicPr>
          <p:nvPr/>
        </p:nvPicPr>
        <p:blipFill>
          <a:blip r:embed="rId15"/>
          <a:stretch>
            <a:fillRect/>
          </a:stretch>
        </p:blipFill>
        <p:spPr>
          <a:xfrm>
            <a:off x="6121400" y="1955800"/>
            <a:ext cx="584200" cy="279400"/>
          </a:xfrm>
          <a:prstGeom prst="rect">
            <a:avLst/>
          </a:prstGeom>
        </p:spPr>
      </p:pic>
      <p:pic>
        <p:nvPicPr>
          <p:cNvPr id="16" name="Picture 15" descr="image.jpg"/>
          <p:cNvPicPr>
            <a:picLocks noChangeAspect="1"/>
          </p:cNvPicPr>
          <p:nvPr/>
        </p:nvPicPr>
        <p:blipFill>
          <a:blip r:embed="rId16"/>
          <a:stretch>
            <a:fillRect/>
          </a:stretch>
        </p:blipFill>
        <p:spPr>
          <a:xfrm>
            <a:off x="6692900" y="4851400"/>
            <a:ext cx="4775200" cy="95250"/>
          </a:xfrm>
          <a:prstGeom prst="rect">
            <a:avLst/>
          </a:prstGeom>
        </p:spPr>
      </p:pic>
      <p:pic>
        <p:nvPicPr>
          <p:cNvPr id="17" name="Picture 16" descr="image.jpg"/>
          <p:cNvPicPr>
            <a:picLocks noChangeAspect="1"/>
          </p:cNvPicPr>
          <p:nvPr/>
        </p:nvPicPr>
        <p:blipFill>
          <a:blip r:embed="rId17"/>
          <a:stretch>
            <a:fillRect/>
          </a:stretch>
        </p:blipFill>
        <p:spPr>
          <a:xfrm>
            <a:off x="6940550" y="3759200"/>
            <a:ext cx="584200" cy="1168400"/>
          </a:xfrm>
          <a:prstGeom prst="rect">
            <a:avLst/>
          </a:prstGeom>
        </p:spPr>
      </p:pic>
      <p:pic>
        <p:nvPicPr>
          <p:cNvPr id="18" name="Picture 17" descr="image.jpg"/>
          <p:cNvPicPr>
            <a:picLocks noChangeAspect="1"/>
          </p:cNvPicPr>
          <p:nvPr/>
        </p:nvPicPr>
        <p:blipFill>
          <a:blip r:embed="rId18"/>
          <a:stretch>
            <a:fillRect/>
          </a:stretch>
        </p:blipFill>
        <p:spPr>
          <a:xfrm>
            <a:off x="6813550" y="3543300"/>
            <a:ext cx="838200" cy="279400"/>
          </a:xfrm>
          <a:prstGeom prst="rect">
            <a:avLst/>
          </a:prstGeom>
        </p:spPr>
      </p:pic>
      <p:pic>
        <p:nvPicPr>
          <p:cNvPr id="19" name="Picture 18" descr="image.jpg"/>
          <p:cNvPicPr>
            <a:picLocks noChangeAspect="1"/>
          </p:cNvPicPr>
          <p:nvPr/>
        </p:nvPicPr>
        <p:blipFill>
          <a:blip r:embed="rId19"/>
          <a:stretch>
            <a:fillRect/>
          </a:stretch>
        </p:blipFill>
        <p:spPr>
          <a:xfrm>
            <a:off x="7372350" y="4635500"/>
            <a:ext cx="838200" cy="279400"/>
          </a:xfrm>
          <a:prstGeom prst="rect">
            <a:avLst/>
          </a:prstGeom>
        </p:spPr>
      </p:pic>
      <p:pic>
        <p:nvPicPr>
          <p:cNvPr id="20" name="Picture 19" descr="image.jpg"/>
          <p:cNvPicPr>
            <a:picLocks noChangeAspect="1"/>
          </p:cNvPicPr>
          <p:nvPr/>
        </p:nvPicPr>
        <p:blipFill>
          <a:blip r:embed="rId20"/>
          <a:stretch>
            <a:fillRect/>
          </a:stretch>
        </p:blipFill>
        <p:spPr>
          <a:xfrm>
            <a:off x="6692900" y="4914900"/>
            <a:ext cx="1644650" cy="254000"/>
          </a:xfrm>
          <a:prstGeom prst="rect">
            <a:avLst/>
          </a:prstGeom>
        </p:spPr>
      </p:pic>
      <p:pic>
        <p:nvPicPr>
          <p:cNvPr id="21" name="Picture 20" descr="image.jpg"/>
          <p:cNvPicPr>
            <a:picLocks noChangeAspect="1"/>
          </p:cNvPicPr>
          <p:nvPr/>
        </p:nvPicPr>
        <p:blipFill>
          <a:blip r:embed="rId21"/>
          <a:stretch>
            <a:fillRect/>
          </a:stretch>
        </p:blipFill>
        <p:spPr>
          <a:xfrm>
            <a:off x="8509000" y="2393950"/>
            <a:ext cx="584200" cy="2533650"/>
          </a:xfrm>
          <a:prstGeom prst="rect">
            <a:avLst/>
          </a:prstGeom>
        </p:spPr>
      </p:pic>
      <p:pic>
        <p:nvPicPr>
          <p:cNvPr id="22" name="Picture 21" descr="image.jpg"/>
          <p:cNvPicPr>
            <a:picLocks noChangeAspect="1"/>
          </p:cNvPicPr>
          <p:nvPr/>
        </p:nvPicPr>
        <p:blipFill>
          <a:blip r:embed="rId22"/>
          <a:stretch>
            <a:fillRect/>
          </a:stretch>
        </p:blipFill>
        <p:spPr>
          <a:xfrm>
            <a:off x="8382000" y="2178050"/>
            <a:ext cx="838200" cy="279400"/>
          </a:xfrm>
          <a:prstGeom prst="rect">
            <a:avLst/>
          </a:prstGeom>
        </p:spPr>
      </p:pic>
      <p:pic>
        <p:nvPicPr>
          <p:cNvPr id="23" name="Picture 22" descr="image.jpg"/>
          <p:cNvPicPr>
            <a:picLocks noChangeAspect="1"/>
          </p:cNvPicPr>
          <p:nvPr/>
        </p:nvPicPr>
        <p:blipFill>
          <a:blip r:embed="rId23"/>
          <a:stretch>
            <a:fillRect/>
          </a:stretch>
        </p:blipFill>
        <p:spPr>
          <a:xfrm>
            <a:off x="9067800" y="4235450"/>
            <a:ext cx="584200" cy="692150"/>
          </a:xfrm>
          <a:prstGeom prst="rect">
            <a:avLst/>
          </a:prstGeom>
        </p:spPr>
      </p:pic>
      <p:pic>
        <p:nvPicPr>
          <p:cNvPr id="24" name="Picture 23" descr="image.jpg"/>
          <p:cNvPicPr>
            <a:picLocks noChangeAspect="1"/>
          </p:cNvPicPr>
          <p:nvPr/>
        </p:nvPicPr>
        <p:blipFill>
          <a:blip r:embed="rId24"/>
          <a:stretch>
            <a:fillRect/>
          </a:stretch>
        </p:blipFill>
        <p:spPr>
          <a:xfrm>
            <a:off x="8940800" y="4019550"/>
            <a:ext cx="838200" cy="279400"/>
          </a:xfrm>
          <a:prstGeom prst="rect">
            <a:avLst/>
          </a:prstGeom>
        </p:spPr>
      </p:pic>
      <p:pic>
        <p:nvPicPr>
          <p:cNvPr id="25" name="Picture 24" descr="image.jpg"/>
          <p:cNvPicPr>
            <a:picLocks noChangeAspect="1"/>
          </p:cNvPicPr>
          <p:nvPr/>
        </p:nvPicPr>
        <p:blipFill>
          <a:blip r:embed="rId25"/>
          <a:stretch>
            <a:fillRect/>
          </a:stretch>
        </p:blipFill>
        <p:spPr>
          <a:xfrm>
            <a:off x="8261350" y="4914900"/>
            <a:ext cx="1644650" cy="254000"/>
          </a:xfrm>
          <a:prstGeom prst="rect">
            <a:avLst/>
          </a:prstGeom>
        </p:spPr>
      </p:pic>
      <p:pic>
        <p:nvPicPr>
          <p:cNvPr id="26" name="Picture 25" descr="image.jpg"/>
          <p:cNvPicPr>
            <a:picLocks noChangeAspect="1"/>
          </p:cNvPicPr>
          <p:nvPr/>
        </p:nvPicPr>
        <p:blipFill>
          <a:blip r:embed="rId26"/>
          <a:stretch>
            <a:fillRect/>
          </a:stretch>
        </p:blipFill>
        <p:spPr>
          <a:xfrm>
            <a:off x="10077450" y="3200400"/>
            <a:ext cx="584200" cy="1727200"/>
          </a:xfrm>
          <a:prstGeom prst="rect">
            <a:avLst/>
          </a:prstGeom>
        </p:spPr>
      </p:pic>
      <p:pic>
        <p:nvPicPr>
          <p:cNvPr id="27" name="Picture 26" descr="image.jpg"/>
          <p:cNvPicPr>
            <a:picLocks noChangeAspect="1"/>
          </p:cNvPicPr>
          <p:nvPr/>
        </p:nvPicPr>
        <p:blipFill>
          <a:blip r:embed="rId27"/>
          <a:stretch>
            <a:fillRect/>
          </a:stretch>
        </p:blipFill>
        <p:spPr>
          <a:xfrm>
            <a:off x="9950450" y="2984500"/>
            <a:ext cx="838200" cy="279400"/>
          </a:xfrm>
          <a:prstGeom prst="rect">
            <a:avLst/>
          </a:prstGeom>
        </p:spPr>
      </p:pic>
      <p:pic>
        <p:nvPicPr>
          <p:cNvPr id="28" name="Picture 27" descr="image.jpg"/>
          <p:cNvPicPr>
            <a:picLocks noChangeAspect="1"/>
          </p:cNvPicPr>
          <p:nvPr/>
        </p:nvPicPr>
        <p:blipFill>
          <a:blip r:embed="rId28"/>
          <a:stretch>
            <a:fillRect/>
          </a:stretch>
        </p:blipFill>
        <p:spPr>
          <a:xfrm>
            <a:off x="10636250" y="4597400"/>
            <a:ext cx="584200" cy="330200"/>
          </a:xfrm>
          <a:prstGeom prst="rect">
            <a:avLst/>
          </a:prstGeom>
        </p:spPr>
      </p:pic>
      <p:pic>
        <p:nvPicPr>
          <p:cNvPr id="29" name="Picture 28" descr="image.jpg"/>
          <p:cNvPicPr>
            <a:picLocks noChangeAspect="1"/>
          </p:cNvPicPr>
          <p:nvPr/>
        </p:nvPicPr>
        <p:blipFill>
          <a:blip r:embed="rId29"/>
          <a:stretch>
            <a:fillRect/>
          </a:stretch>
        </p:blipFill>
        <p:spPr>
          <a:xfrm>
            <a:off x="10509250" y="4381500"/>
            <a:ext cx="838200" cy="279400"/>
          </a:xfrm>
          <a:prstGeom prst="rect">
            <a:avLst/>
          </a:prstGeom>
        </p:spPr>
      </p:pic>
      <p:pic>
        <p:nvPicPr>
          <p:cNvPr id="30" name="Picture 29" descr="image.jpg"/>
          <p:cNvPicPr>
            <a:picLocks noChangeAspect="1"/>
          </p:cNvPicPr>
          <p:nvPr/>
        </p:nvPicPr>
        <p:blipFill>
          <a:blip r:embed="rId30"/>
          <a:stretch>
            <a:fillRect/>
          </a:stretch>
        </p:blipFill>
        <p:spPr>
          <a:xfrm>
            <a:off x="9823450" y="4914900"/>
            <a:ext cx="1644650" cy="254000"/>
          </a:xfrm>
          <a:prstGeom prst="rect">
            <a:avLst/>
          </a:prstGeom>
        </p:spPr>
      </p:pic>
      <p:pic>
        <p:nvPicPr>
          <p:cNvPr id="31" name="Picture 30" descr="image.jpg"/>
          <p:cNvPicPr>
            <a:picLocks noChangeAspect="1"/>
          </p:cNvPicPr>
          <p:nvPr/>
        </p:nvPicPr>
        <p:blipFill>
          <a:blip r:embed="rId31"/>
          <a:stretch>
            <a:fillRect/>
          </a:stretch>
        </p:blipFill>
        <p:spPr>
          <a:xfrm>
            <a:off x="6248400" y="5486400"/>
            <a:ext cx="5283200" cy="292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800"/>
                                        <p:tgtEl>
                                          <p:spTgt spid="3"/>
                                        </p:tgtEl>
                                      </p:cBhvr>
                                    </p:animEffect>
                                  </p:childTnLst>
                                </p:cTn>
                              </p:par>
                              <p:par>
                                <p:cTn id="8" presetID="42" presetClass="entr" presetSubtype="0" fill="hold" nodeType="withEffect">
                                  <p:stCondLst>
                                    <p:cond delay="145"/>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anim calcmode="lin" valueType="num">
                                      <p:cBhvr>
                                        <p:cTn id="11" dur="500" decel="100000" fill="hold"/>
                                        <p:tgtEl>
                                          <p:spTgt spid="4"/>
                                        </p:tgtEl>
                                        <p:attrNameLst>
                                          <p:attrName>ppt_x</p:attrName>
                                        </p:attrNameLst>
                                      </p:cBhvr>
                                      <p:tavLst>
                                        <p:tav tm="0">
                                          <p:val>
                                            <p:strVal val="#ppt_x"/>
                                          </p:val>
                                        </p:tav>
                                        <p:tav tm="100000">
                                          <p:val>
                                            <p:strVal val="#ppt_x"/>
                                          </p:val>
                                        </p:tav>
                                      </p:tavLst>
                                    </p:anim>
                                    <p:anim calcmode="lin" valueType="num">
                                      <p:cBhvr>
                                        <p:cTn id="12" dur="500" decel="100000" fill="hold"/>
                                        <p:tgtEl>
                                          <p:spTgt spid="4"/>
                                        </p:tgtEl>
                                        <p:attrNameLst>
                                          <p:attrName>ppt_y</p:attrName>
                                        </p:attrNameLst>
                                      </p:cBhvr>
                                      <p:tavLst>
                                        <p:tav tm="0">
                                          <p:val>
                                            <p:strVal val="#ppt_y+0.04"/>
                                          </p:val>
                                        </p:tav>
                                        <p:tav tm="100000">
                                          <p:val>
                                            <p:strVal val="#ppt_y"/>
                                          </p:val>
                                        </p:tav>
                                      </p:tavLst>
                                    </p:anim>
                                  </p:childTnLst>
                                </p:cTn>
                              </p:par>
                              <p:par>
                                <p:cTn id="13" presetID="42" presetClass="entr" presetSubtype="0" fill="hold" nodeType="withEffect">
                                  <p:stCondLst>
                                    <p:cond delay="29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435"/>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10" presetClass="entr" presetSubtype="0" fill="hold" nodeType="withEffect">
                                  <p:stCondLst>
                                    <p:cond delay="58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450"/>
                                        <p:tgtEl>
                                          <p:spTgt spid="7"/>
                                        </p:tgtEl>
                                      </p:cBhvr>
                                    </p:animEffect>
                                  </p:childTnLst>
                                </p:cTn>
                              </p:par>
                              <p:par>
                                <p:cTn id="26" presetID="42" presetClass="entr" presetSubtype="0" fill="hold" nodeType="withEffect">
                                  <p:stCondLst>
                                    <p:cond delay="725"/>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decel="100000" fill="hold"/>
                                        <p:tgtEl>
                                          <p:spTgt spid="8"/>
                                        </p:tgtEl>
                                        <p:attrNameLst>
                                          <p:attrName>ppt_x</p:attrName>
                                        </p:attrNameLst>
                                      </p:cBhvr>
                                      <p:tavLst>
                                        <p:tav tm="0">
                                          <p:val>
                                            <p:strVal val="#ppt_x"/>
                                          </p:val>
                                        </p:tav>
                                        <p:tav tm="100000">
                                          <p:val>
                                            <p:strVal val="#ppt_x"/>
                                          </p:val>
                                        </p:tav>
                                      </p:tavLst>
                                    </p:anim>
                                    <p:anim calcmode="lin" valueType="num">
                                      <p:cBhvr>
                                        <p:cTn id="30" dur="500" decel="100000" fill="hold"/>
                                        <p:tgtEl>
                                          <p:spTgt spid="8"/>
                                        </p:tgtEl>
                                        <p:attrNameLst>
                                          <p:attrName>ppt_y</p:attrName>
                                        </p:attrNameLst>
                                      </p:cBhvr>
                                      <p:tavLst>
                                        <p:tav tm="0">
                                          <p:val>
                                            <p:strVal val="#ppt_y+0.04"/>
                                          </p:val>
                                        </p:tav>
                                        <p:tav tm="100000">
                                          <p:val>
                                            <p:strVal val="#ppt_y"/>
                                          </p:val>
                                        </p:tav>
                                      </p:tavLst>
                                    </p:anim>
                                  </p:childTnLst>
                                </p:cTn>
                              </p:par>
                              <p:par>
                                <p:cTn id="31" presetID="10" presetClass="entr" presetSubtype="0" fill="hold" nodeType="withEffect">
                                  <p:stCondLst>
                                    <p:cond delay="87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450"/>
                                        <p:tgtEl>
                                          <p:spTgt spid="9"/>
                                        </p:tgtEl>
                                      </p:cBhvr>
                                    </p:animEffect>
                                  </p:childTnLst>
                                </p:cTn>
                              </p:par>
                              <p:par>
                                <p:cTn id="34" presetID="42" presetClass="entr" presetSubtype="0" fill="hold" nodeType="withEffect">
                                  <p:stCondLst>
                                    <p:cond delay="1015"/>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anim calcmode="lin" valueType="num">
                                      <p:cBhvr>
                                        <p:cTn id="37" dur="500" decel="100000" fill="hold"/>
                                        <p:tgtEl>
                                          <p:spTgt spid="10"/>
                                        </p:tgtEl>
                                        <p:attrNameLst>
                                          <p:attrName>ppt_x</p:attrName>
                                        </p:attrNameLst>
                                      </p:cBhvr>
                                      <p:tavLst>
                                        <p:tav tm="0">
                                          <p:val>
                                            <p:strVal val="#ppt_x"/>
                                          </p:val>
                                        </p:tav>
                                        <p:tav tm="100000">
                                          <p:val>
                                            <p:strVal val="#ppt_x"/>
                                          </p:val>
                                        </p:tav>
                                      </p:tavLst>
                                    </p:anim>
                                    <p:anim calcmode="lin" valueType="num">
                                      <p:cBhvr>
                                        <p:cTn id="38" dur="500" decel="100000" fill="hold"/>
                                        <p:tgtEl>
                                          <p:spTgt spid="10"/>
                                        </p:tgtEl>
                                        <p:attrNameLst>
                                          <p:attrName>ppt_y</p:attrName>
                                        </p:attrNameLst>
                                      </p:cBhvr>
                                      <p:tavLst>
                                        <p:tav tm="0">
                                          <p:val>
                                            <p:strVal val="#ppt_y+0.04"/>
                                          </p:val>
                                        </p:tav>
                                        <p:tav tm="100000">
                                          <p:val>
                                            <p:strVal val="#ppt_y"/>
                                          </p:val>
                                        </p:tav>
                                      </p:tavLst>
                                    </p:anim>
                                  </p:childTnLst>
                                </p:cTn>
                              </p:par>
                              <p:par>
                                <p:cTn id="39" presetID="10" presetClass="entr" presetSubtype="0" fill="hold" nodeType="withEffect">
                                  <p:stCondLst>
                                    <p:cond delay="116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400"/>
                                        <p:tgtEl>
                                          <p:spTgt spid="11"/>
                                        </p:tgtEl>
                                      </p:cBhvr>
                                    </p:animEffect>
                                  </p:childTnLst>
                                </p:cTn>
                              </p:par>
                              <p:par>
                                <p:cTn id="42" presetID="10" presetClass="entr" presetSubtype="0" fill="hold" nodeType="withEffect">
                                  <p:stCondLst>
                                    <p:cond delay="116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400"/>
                                        <p:tgtEl>
                                          <p:spTgt spid="12"/>
                                        </p:tgtEl>
                                      </p:cBhvr>
                                    </p:animEffect>
                                  </p:childTnLst>
                                </p:cTn>
                              </p:par>
                              <p:par>
                                <p:cTn id="45" presetID="10" presetClass="entr" presetSubtype="0" fill="hold" nodeType="withEffect">
                                  <p:stCondLst>
                                    <p:cond delay="11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400"/>
                                        <p:tgtEl>
                                          <p:spTgt spid="13"/>
                                        </p:tgtEl>
                                      </p:cBhvr>
                                    </p:animEffect>
                                  </p:childTnLst>
                                </p:cTn>
                              </p:par>
                              <p:par>
                                <p:cTn id="48" presetID="10" presetClass="entr" presetSubtype="0" fill="hold" nodeType="withEffect">
                                  <p:stCondLst>
                                    <p:cond delay="11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400"/>
                                        <p:tgtEl>
                                          <p:spTgt spid="14"/>
                                        </p:tgtEl>
                                      </p:cBhvr>
                                    </p:animEffect>
                                  </p:childTnLst>
                                </p:cTn>
                              </p:par>
                              <p:par>
                                <p:cTn id="51" presetID="10" presetClass="entr" presetSubtype="0" fill="hold" nodeType="withEffect">
                                  <p:stCondLst>
                                    <p:cond delay="116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400"/>
                                        <p:tgtEl>
                                          <p:spTgt spid="15"/>
                                        </p:tgtEl>
                                      </p:cBhvr>
                                    </p:animEffect>
                                  </p:childTnLst>
                                </p:cTn>
                              </p:par>
                              <p:par>
                                <p:cTn id="54" presetID="10" presetClass="entr" presetSubtype="0" fill="hold" nodeType="withEffect">
                                  <p:stCondLst>
                                    <p:cond delay="116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400"/>
                                        <p:tgtEl>
                                          <p:spTgt spid="16"/>
                                        </p:tgtEl>
                                      </p:cBhvr>
                                    </p:animEffect>
                                  </p:childTnLst>
                                </p:cTn>
                              </p:par>
                              <p:par>
                                <p:cTn id="57" presetID="22" presetClass="entr" presetSubtype="4" fill="hold" nodeType="withEffect">
                                  <p:stCondLst>
                                    <p:cond delay="1305"/>
                                  </p:stCondLst>
                                  <p:childTnLst>
                                    <p:set>
                                      <p:cBhvr>
                                        <p:cTn id="58" dur="1" fill="hold">
                                          <p:stCondLst>
                                            <p:cond delay="0"/>
                                          </p:stCondLst>
                                        </p:cTn>
                                        <p:tgtEl>
                                          <p:spTgt spid="17"/>
                                        </p:tgtEl>
                                        <p:attrNameLst>
                                          <p:attrName>style.visibility</p:attrName>
                                        </p:attrNameLst>
                                      </p:cBhvr>
                                      <p:to>
                                        <p:strVal val="visible"/>
                                      </p:to>
                                    </p:set>
                                    <p:animEffect transition="in" filter="wipe(up)">
                                      <p:cBhvr>
                                        <p:cTn id="59" dur="650"/>
                                        <p:tgtEl>
                                          <p:spTgt spid="17"/>
                                        </p:tgtEl>
                                      </p:cBhvr>
                                    </p:animEffect>
                                  </p:childTnLst>
                                </p:cTn>
                              </p:par>
                              <p:par>
                                <p:cTn id="60" presetID="10" presetClass="entr" presetSubtype="0" fill="hold" nodeType="withEffect">
                                  <p:stCondLst>
                                    <p:cond delay="145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400"/>
                                        <p:tgtEl>
                                          <p:spTgt spid="18"/>
                                        </p:tgtEl>
                                      </p:cBhvr>
                                    </p:animEffect>
                                  </p:childTnLst>
                                </p:cTn>
                              </p:par>
                              <p:par>
                                <p:cTn id="63" presetID="10" presetClass="entr" presetSubtype="0" fill="hold" nodeType="withEffect">
                                  <p:stCondLst>
                                    <p:cond delay="145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400"/>
                                        <p:tgtEl>
                                          <p:spTgt spid="19"/>
                                        </p:tgtEl>
                                      </p:cBhvr>
                                    </p:animEffect>
                                  </p:childTnLst>
                                </p:cTn>
                              </p:par>
                              <p:par>
                                <p:cTn id="66" presetID="42" presetClass="entr" presetSubtype="0" fill="hold" nodeType="withEffect">
                                  <p:stCondLst>
                                    <p:cond delay="1595"/>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500"/>
                                        <p:tgtEl>
                                          <p:spTgt spid="20"/>
                                        </p:tgtEl>
                                      </p:cBhvr>
                                    </p:animEffect>
                                    <p:anim calcmode="lin" valueType="num">
                                      <p:cBhvr>
                                        <p:cTn id="69" dur="500" decel="100000" fill="hold"/>
                                        <p:tgtEl>
                                          <p:spTgt spid="20"/>
                                        </p:tgtEl>
                                        <p:attrNameLst>
                                          <p:attrName>ppt_x</p:attrName>
                                        </p:attrNameLst>
                                      </p:cBhvr>
                                      <p:tavLst>
                                        <p:tav tm="0">
                                          <p:val>
                                            <p:strVal val="#ppt_x"/>
                                          </p:val>
                                        </p:tav>
                                        <p:tav tm="100000">
                                          <p:val>
                                            <p:strVal val="#ppt_x"/>
                                          </p:val>
                                        </p:tav>
                                      </p:tavLst>
                                    </p:anim>
                                    <p:anim calcmode="lin" valueType="num">
                                      <p:cBhvr>
                                        <p:cTn id="70" dur="500" decel="100000" fill="hold"/>
                                        <p:tgtEl>
                                          <p:spTgt spid="20"/>
                                        </p:tgtEl>
                                        <p:attrNameLst>
                                          <p:attrName>ppt_y</p:attrName>
                                        </p:attrNameLst>
                                      </p:cBhvr>
                                      <p:tavLst>
                                        <p:tav tm="0">
                                          <p:val>
                                            <p:strVal val="#ppt_y+0.04"/>
                                          </p:val>
                                        </p:tav>
                                        <p:tav tm="100000">
                                          <p:val>
                                            <p:strVal val="#ppt_y"/>
                                          </p:val>
                                        </p:tav>
                                      </p:tavLst>
                                    </p:anim>
                                  </p:childTnLst>
                                </p:cTn>
                              </p:par>
                              <p:par>
                                <p:cTn id="71" presetID="22" presetClass="entr" presetSubtype="4" fill="hold" nodeType="withEffect">
                                  <p:stCondLst>
                                    <p:cond delay="1740"/>
                                  </p:stCondLst>
                                  <p:childTnLst>
                                    <p:set>
                                      <p:cBhvr>
                                        <p:cTn id="72" dur="1" fill="hold">
                                          <p:stCondLst>
                                            <p:cond delay="0"/>
                                          </p:stCondLst>
                                        </p:cTn>
                                        <p:tgtEl>
                                          <p:spTgt spid="21"/>
                                        </p:tgtEl>
                                        <p:attrNameLst>
                                          <p:attrName>style.visibility</p:attrName>
                                        </p:attrNameLst>
                                      </p:cBhvr>
                                      <p:to>
                                        <p:strVal val="visible"/>
                                      </p:to>
                                    </p:set>
                                    <p:animEffect transition="in" filter="wipe(up)">
                                      <p:cBhvr>
                                        <p:cTn id="73" dur="650"/>
                                        <p:tgtEl>
                                          <p:spTgt spid="21"/>
                                        </p:tgtEl>
                                      </p:cBhvr>
                                    </p:animEffect>
                                  </p:childTnLst>
                                </p:cTn>
                              </p:par>
                              <p:par>
                                <p:cTn id="74" presetID="10" presetClass="entr" presetSubtype="0" fill="hold" nodeType="withEffect">
                                  <p:stCondLst>
                                    <p:cond delay="1885"/>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400"/>
                                        <p:tgtEl>
                                          <p:spTgt spid="22"/>
                                        </p:tgtEl>
                                      </p:cBhvr>
                                    </p:animEffect>
                                  </p:childTnLst>
                                </p:cTn>
                              </p:par>
                              <p:par>
                                <p:cTn id="77" presetID="10" presetClass="entr" presetSubtype="0" fill="hold" nodeType="withEffect">
                                  <p:stCondLst>
                                    <p:cond delay="203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50"/>
                                        <p:tgtEl>
                                          <p:spTgt spid="23"/>
                                        </p:tgtEl>
                                      </p:cBhvr>
                                    </p:animEffect>
                                  </p:childTnLst>
                                </p:cTn>
                              </p:par>
                              <p:par>
                                <p:cTn id="80" presetID="10" presetClass="entr" presetSubtype="0" fill="hold" nodeType="withEffect">
                                  <p:stCondLst>
                                    <p:cond delay="2175"/>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400"/>
                                        <p:tgtEl>
                                          <p:spTgt spid="24"/>
                                        </p:tgtEl>
                                      </p:cBhvr>
                                    </p:animEffect>
                                  </p:childTnLst>
                                </p:cTn>
                              </p:par>
                              <p:par>
                                <p:cTn id="83" presetID="42" presetClass="entr" presetSubtype="0" fill="hold" nodeType="withEffect">
                                  <p:stCondLst>
                                    <p:cond delay="2320"/>
                                  </p:stCondLst>
                                  <p:childTnLst>
                                    <p:set>
                                      <p:cBhvr>
                                        <p:cTn id="84" dur="1" fill="hold">
                                          <p:stCondLst>
                                            <p:cond delay="0"/>
                                          </p:stCondLst>
                                        </p:cTn>
                                        <p:tgtEl>
                                          <p:spTgt spid="25"/>
                                        </p:tgtEl>
                                        <p:attrNameLst>
                                          <p:attrName>style.visibility</p:attrName>
                                        </p:attrNameLst>
                                      </p:cBhvr>
                                      <p:to>
                                        <p:strVal val="visible"/>
                                      </p:to>
                                    </p:set>
                                    <p:animEffect transition="in" filter="fade">
                                      <p:cBhvr>
                                        <p:cTn id="85" dur="500"/>
                                        <p:tgtEl>
                                          <p:spTgt spid="25"/>
                                        </p:tgtEl>
                                      </p:cBhvr>
                                    </p:animEffect>
                                    <p:anim calcmode="lin" valueType="num">
                                      <p:cBhvr>
                                        <p:cTn id="86" dur="500" decel="100000" fill="hold"/>
                                        <p:tgtEl>
                                          <p:spTgt spid="25"/>
                                        </p:tgtEl>
                                        <p:attrNameLst>
                                          <p:attrName>ppt_x</p:attrName>
                                        </p:attrNameLst>
                                      </p:cBhvr>
                                      <p:tavLst>
                                        <p:tav tm="0">
                                          <p:val>
                                            <p:strVal val="#ppt_x"/>
                                          </p:val>
                                        </p:tav>
                                        <p:tav tm="100000">
                                          <p:val>
                                            <p:strVal val="#ppt_x"/>
                                          </p:val>
                                        </p:tav>
                                      </p:tavLst>
                                    </p:anim>
                                    <p:anim calcmode="lin" valueType="num">
                                      <p:cBhvr>
                                        <p:cTn id="87" dur="500" decel="100000" fill="hold"/>
                                        <p:tgtEl>
                                          <p:spTgt spid="25"/>
                                        </p:tgtEl>
                                        <p:attrNameLst>
                                          <p:attrName>ppt_y</p:attrName>
                                        </p:attrNameLst>
                                      </p:cBhvr>
                                      <p:tavLst>
                                        <p:tav tm="0">
                                          <p:val>
                                            <p:strVal val="#ppt_y+0.04"/>
                                          </p:val>
                                        </p:tav>
                                        <p:tav tm="100000">
                                          <p:val>
                                            <p:strVal val="#ppt_y"/>
                                          </p:val>
                                        </p:tav>
                                      </p:tavLst>
                                    </p:anim>
                                  </p:childTnLst>
                                </p:cTn>
                              </p:par>
                              <p:par>
                                <p:cTn id="88" presetID="22" presetClass="entr" presetSubtype="4" fill="hold" nodeType="withEffect">
                                  <p:stCondLst>
                                    <p:cond delay="2465"/>
                                  </p:stCondLst>
                                  <p:childTnLst>
                                    <p:set>
                                      <p:cBhvr>
                                        <p:cTn id="89" dur="1" fill="hold">
                                          <p:stCondLst>
                                            <p:cond delay="0"/>
                                          </p:stCondLst>
                                        </p:cTn>
                                        <p:tgtEl>
                                          <p:spTgt spid="26"/>
                                        </p:tgtEl>
                                        <p:attrNameLst>
                                          <p:attrName>style.visibility</p:attrName>
                                        </p:attrNameLst>
                                      </p:cBhvr>
                                      <p:to>
                                        <p:strVal val="visible"/>
                                      </p:to>
                                    </p:set>
                                    <p:animEffect transition="in" filter="wipe(up)">
                                      <p:cBhvr>
                                        <p:cTn id="90" dur="650"/>
                                        <p:tgtEl>
                                          <p:spTgt spid="26"/>
                                        </p:tgtEl>
                                      </p:cBhvr>
                                    </p:animEffect>
                                  </p:childTnLst>
                                </p:cTn>
                              </p:par>
                              <p:par>
                                <p:cTn id="91" presetID="10" presetClass="entr" presetSubtype="0" fill="hold" nodeType="withEffect">
                                  <p:stCondLst>
                                    <p:cond delay="2610"/>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400"/>
                                        <p:tgtEl>
                                          <p:spTgt spid="27"/>
                                        </p:tgtEl>
                                      </p:cBhvr>
                                    </p:animEffect>
                                  </p:childTnLst>
                                </p:cTn>
                              </p:par>
                              <p:par>
                                <p:cTn id="94" presetID="22" presetClass="entr" presetSubtype="8" fill="hold" nodeType="withEffect">
                                  <p:stCondLst>
                                    <p:cond delay="2755"/>
                                  </p:stCondLst>
                                  <p:childTnLst>
                                    <p:set>
                                      <p:cBhvr>
                                        <p:cTn id="95" dur="1" fill="hold">
                                          <p:stCondLst>
                                            <p:cond delay="0"/>
                                          </p:stCondLst>
                                        </p:cTn>
                                        <p:tgtEl>
                                          <p:spTgt spid="28"/>
                                        </p:tgtEl>
                                        <p:attrNameLst>
                                          <p:attrName>style.visibility</p:attrName>
                                        </p:attrNameLst>
                                      </p:cBhvr>
                                      <p:to>
                                        <p:strVal val="visible"/>
                                      </p:to>
                                    </p:set>
                                    <p:animEffect transition="in" filter="wipe(right)">
                                      <p:cBhvr>
                                        <p:cTn id="96" dur="650"/>
                                        <p:tgtEl>
                                          <p:spTgt spid="28"/>
                                        </p:tgtEl>
                                      </p:cBhvr>
                                    </p:animEffect>
                                  </p:childTnLst>
                                </p:cTn>
                              </p:par>
                              <p:par>
                                <p:cTn id="97" presetID="10" presetClass="entr" presetSubtype="0" fill="hold" nodeType="withEffect">
                                  <p:stCondLst>
                                    <p:cond delay="290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400"/>
                                        <p:tgtEl>
                                          <p:spTgt spid="29"/>
                                        </p:tgtEl>
                                      </p:cBhvr>
                                    </p:animEffect>
                                  </p:childTnLst>
                                </p:cTn>
                              </p:par>
                              <p:par>
                                <p:cTn id="100" presetID="42" presetClass="entr" presetSubtype="0" fill="hold" nodeType="withEffect">
                                  <p:stCondLst>
                                    <p:cond delay="3045"/>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500"/>
                                        <p:tgtEl>
                                          <p:spTgt spid="30"/>
                                        </p:tgtEl>
                                      </p:cBhvr>
                                    </p:animEffect>
                                    <p:anim calcmode="lin" valueType="num">
                                      <p:cBhvr>
                                        <p:cTn id="103" dur="500" decel="100000" fill="hold"/>
                                        <p:tgtEl>
                                          <p:spTgt spid="30"/>
                                        </p:tgtEl>
                                        <p:attrNameLst>
                                          <p:attrName>ppt_x</p:attrName>
                                        </p:attrNameLst>
                                      </p:cBhvr>
                                      <p:tavLst>
                                        <p:tav tm="0">
                                          <p:val>
                                            <p:strVal val="#ppt_x"/>
                                          </p:val>
                                        </p:tav>
                                        <p:tav tm="100000">
                                          <p:val>
                                            <p:strVal val="#ppt_x"/>
                                          </p:val>
                                        </p:tav>
                                      </p:tavLst>
                                    </p:anim>
                                    <p:anim calcmode="lin" valueType="num">
                                      <p:cBhvr>
                                        <p:cTn id="104" dur="500" decel="100000" fill="hold"/>
                                        <p:tgtEl>
                                          <p:spTgt spid="30"/>
                                        </p:tgtEl>
                                        <p:attrNameLst>
                                          <p:attrName>ppt_y</p:attrName>
                                        </p:attrNameLst>
                                      </p:cBhvr>
                                      <p:tavLst>
                                        <p:tav tm="0">
                                          <p:val>
                                            <p:strVal val="#ppt_y+0.04"/>
                                          </p:val>
                                        </p:tav>
                                        <p:tav tm="100000">
                                          <p:val>
                                            <p:strVal val="#ppt_y"/>
                                          </p:val>
                                        </p:tav>
                                      </p:tavLst>
                                    </p:anim>
                                  </p:childTnLst>
                                </p:cTn>
                              </p:par>
                              <p:par>
                                <p:cTn id="105" presetID="42" presetClass="entr" presetSubtype="0" fill="hold" nodeType="withEffect">
                                  <p:stCondLst>
                                    <p:cond delay="3190"/>
                                  </p:stCondLst>
                                  <p:childTnLst>
                                    <p:set>
                                      <p:cBhvr>
                                        <p:cTn id="106" dur="1" fill="hold">
                                          <p:stCondLst>
                                            <p:cond delay="0"/>
                                          </p:stCondLst>
                                        </p:cTn>
                                        <p:tgtEl>
                                          <p:spTgt spid="31"/>
                                        </p:tgtEl>
                                        <p:attrNameLst>
                                          <p:attrName>style.visibility</p:attrName>
                                        </p:attrNameLst>
                                      </p:cBhvr>
                                      <p:to>
                                        <p:strVal val="visible"/>
                                      </p:to>
                                    </p:set>
                                    <p:animEffect transition="in" filter="fade">
                                      <p:cBhvr>
                                        <p:cTn id="107" dur="500"/>
                                        <p:tgtEl>
                                          <p:spTgt spid="31"/>
                                        </p:tgtEl>
                                      </p:cBhvr>
                                    </p:animEffect>
                                    <p:anim calcmode="lin" valueType="num">
                                      <p:cBhvr>
                                        <p:cTn id="108" dur="500" decel="100000" fill="hold"/>
                                        <p:tgtEl>
                                          <p:spTgt spid="31"/>
                                        </p:tgtEl>
                                        <p:attrNameLst>
                                          <p:attrName>ppt_x</p:attrName>
                                        </p:attrNameLst>
                                      </p:cBhvr>
                                      <p:tavLst>
                                        <p:tav tm="0">
                                          <p:val>
                                            <p:strVal val="#ppt_x"/>
                                          </p:val>
                                        </p:tav>
                                        <p:tav tm="100000">
                                          <p:val>
                                            <p:strVal val="#ppt_x"/>
                                          </p:val>
                                        </p:tav>
                                      </p:tavLst>
                                    </p:anim>
                                    <p:anim calcmode="lin" valueType="num">
                                      <p:cBhvr>
                                        <p:cTn id="109" dur="500" decel="100000" fill="hold"/>
                                        <p:tgtEl>
                                          <p:spTgt spid="3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0800"/>
            <a:ext cx="3556000" cy="2235200"/>
          </a:xfrm>
          <a:prstGeom prst="rect">
            <a:avLst/>
          </a:prstGeom>
        </p:spPr>
      </p:pic>
      <p:pic>
        <p:nvPicPr>
          <p:cNvPr id="4" name="Picture 3" descr="image.jpg"/>
          <p:cNvPicPr>
            <a:picLocks noChangeAspect="1"/>
          </p:cNvPicPr>
          <p:nvPr/>
        </p:nvPicPr>
        <p:blipFill>
          <a:blip r:embed="rId4"/>
          <a:stretch>
            <a:fillRect/>
          </a:stretch>
        </p:blipFill>
        <p:spPr>
          <a:xfrm>
            <a:off x="4330700" y="1320800"/>
            <a:ext cx="3556000" cy="2235200"/>
          </a:xfrm>
          <a:prstGeom prst="rect">
            <a:avLst/>
          </a:prstGeom>
        </p:spPr>
      </p:pic>
      <p:pic>
        <p:nvPicPr>
          <p:cNvPr id="5" name="Picture 4" descr="image.jpg"/>
          <p:cNvPicPr>
            <a:picLocks noChangeAspect="1"/>
          </p:cNvPicPr>
          <p:nvPr/>
        </p:nvPicPr>
        <p:blipFill>
          <a:blip r:embed="rId5"/>
          <a:stretch>
            <a:fillRect/>
          </a:stretch>
        </p:blipFill>
        <p:spPr>
          <a:xfrm>
            <a:off x="7988300" y="1320800"/>
            <a:ext cx="3556000" cy="2235200"/>
          </a:xfrm>
          <a:prstGeom prst="rect">
            <a:avLst/>
          </a:prstGeom>
        </p:spPr>
      </p:pic>
      <p:pic>
        <p:nvPicPr>
          <p:cNvPr id="6" name="Picture 5" descr="image.jpg"/>
          <p:cNvPicPr>
            <a:picLocks noChangeAspect="1"/>
          </p:cNvPicPr>
          <p:nvPr/>
        </p:nvPicPr>
        <p:blipFill>
          <a:blip r:embed="rId6"/>
          <a:stretch>
            <a:fillRect/>
          </a:stretch>
        </p:blipFill>
        <p:spPr>
          <a:xfrm>
            <a:off x="673100" y="3644900"/>
            <a:ext cx="3556000" cy="2235200"/>
          </a:xfrm>
          <a:prstGeom prst="rect">
            <a:avLst/>
          </a:prstGeom>
        </p:spPr>
      </p:pic>
      <p:pic>
        <p:nvPicPr>
          <p:cNvPr id="7" name="Picture 6" descr="image.jpg"/>
          <p:cNvPicPr>
            <a:picLocks noChangeAspect="1"/>
          </p:cNvPicPr>
          <p:nvPr/>
        </p:nvPicPr>
        <p:blipFill>
          <a:blip r:embed="rId7"/>
          <a:stretch>
            <a:fillRect/>
          </a:stretch>
        </p:blipFill>
        <p:spPr>
          <a:xfrm>
            <a:off x="4330700" y="3644900"/>
            <a:ext cx="3556000" cy="2235200"/>
          </a:xfrm>
          <a:prstGeom prst="rect">
            <a:avLst/>
          </a:prstGeom>
        </p:spPr>
      </p:pic>
      <p:pic>
        <p:nvPicPr>
          <p:cNvPr id="8" name="Picture 7" descr="image.jpg"/>
          <p:cNvPicPr>
            <a:picLocks noChangeAspect="1"/>
          </p:cNvPicPr>
          <p:nvPr/>
        </p:nvPicPr>
        <p:blipFill>
          <a:blip r:embed="rId8"/>
          <a:stretch>
            <a:fillRect/>
          </a:stretch>
        </p:blipFill>
        <p:spPr>
          <a:xfrm>
            <a:off x="7988300" y="3644900"/>
            <a:ext cx="3556000" cy="2235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par>
                                <p:cTn id="20" presetID="42" presetClass="entr" presetSubtype="0" fill="hold" nodeType="withEffect">
                                  <p:stCondLst>
                                    <p:cond delay="6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04"/>
                                          </p:val>
                                        </p:tav>
                                        <p:tav tm="100000">
                                          <p:val>
                                            <p:strVal val="#ppt_y"/>
                                          </p:val>
                                        </p:tav>
                                      </p:tavLst>
                                    </p:anim>
                                  </p:childTnLst>
                                </p:cTn>
                              </p:par>
                              <p:par>
                                <p:cTn id="25" presetID="42" presetClass="entr" presetSubtype="0" fill="hold" nodeType="withEffect">
                                  <p:stCondLst>
                                    <p:cond delay="88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04"/>
                                          </p:val>
                                        </p:tav>
                                        <p:tav tm="100000">
                                          <p:val>
                                            <p:strVal val="#ppt_y"/>
                                          </p:val>
                                        </p:tav>
                                      </p:tavLst>
                                    </p:anim>
                                  </p:childTnLst>
                                </p:cTn>
                              </p:par>
                              <p:par>
                                <p:cTn id="30" presetID="42" presetClass="entr" presetSubtype="0" fill="hold" nodeType="withEffect">
                                  <p:stCondLst>
                                    <p:cond delay="110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decel="100000" fill="hold"/>
                                        <p:tgtEl>
                                          <p:spTgt spid="8"/>
                                        </p:tgtEl>
                                        <p:attrNameLst>
                                          <p:attrName>ppt_x</p:attrName>
                                        </p:attrNameLst>
                                      </p:cBhvr>
                                      <p:tavLst>
                                        <p:tav tm="0">
                                          <p:val>
                                            <p:strVal val="#ppt_x"/>
                                          </p:val>
                                        </p:tav>
                                        <p:tav tm="100000">
                                          <p:val>
                                            <p:strVal val="#ppt_x"/>
                                          </p:val>
                                        </p:tav>
                                      </p:tavLst>
                                    </p:anim>
                                    <p:anim calcmode="lin" valueType="num">
                                      <p:cBhvr>
                                        <p:cTn id="34" dur="5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7835900" y="1549400"/>
            <a:ext cx="3886200" cy="2616200"/>
          </a:xfrm>
          <a:prstGeom prst="rect">
            <a:avLst/>
          </a:prstGeom>
        </p:spPr>
      </p:pic>
      <p:pic>
        <p:nvPicPr>
          <p:cNvPr id="4" name="Picture 3" descr="image.jpg"/>
          <p:cNvPicPr>
            <a:picLocks noChangeAspect="1"/>
          </p:cNvPicPr>
          <p:nvPr/>
        </p:nvPicPr>
        <p:blipFill>
          <a:blip r:embed="rId4"/>
          <a:stretch>
            <a:fillRect/>
          </a:stretch>
        </p:blipFill>
        <p:spPr>
          <a:xfrm>
            <a:off x="1485900" y="2692400"/>
            <a:ext cx="838200" cy="127000"/>
          </a:xfrm>
          <a:prstGeom prst="rect">
            <a:avLst/>
          </a:prstGeom>
        </p:spPr>
      </p:pic>
      <p:pic>
        <p:nvPicPr>
          <p:cNvPr id="5" name="Picture 4" descr="image.jpg"/>
          <p:cNvPicPr>
            <a:picLocks noChangeAspect="1"/>
          </p:cNvPicPr>
          <p:nvPr/>
        </p:nvPicPr>
        <p:blipFill>
          <a:blip r:embed="rId5"/>
          <a:stretch>
            <a:fillRect/>
          </a:stretch>
        </p:blipFill>
        <p:spPr>
          <a:xfrm>
            <a:off x="1485900" y="2755900"/>
            <a:ext cx="5791200" cy="1085850"/>
          </a:xfrm>
          <a:prstGeom prst="rect">
            <a:avLst/>
          </a:prstGeom>
        </p:spPr>
      </p:pic>
      <p:pic>
        <p:nvPicPr>
          <p:cNvPr id="6" name="Picture 5" descr="image.jpg"/>
          <p:cNvPicPr>
            <a:picLocks noChangeAspect="1"/>
          </p:cNvPicPr>
          <p:nvPr/>
        </p:nvPicPr>
        <p:blipFill>
          <a:blip r:embed="rId6"/>
          <a:stretch>
            <a:fillRect/>
          </a:stretch>
        </p:blipFill>
        <p:spPr>
          <a:xfrm>
            <a:off x="1485900" y="4025900"/>
            <a:ext cx="7696200" cy="323850"/>
          </a:xfrm>
          <a:prstGeom prst="rect">
            <a:avLst/>
          </a:prstGeom>
        </p:spPr>
      </p:pic>
      <p:pic>
        <p:nvPicPr>
          <p:cNvPr id="7" name="Picture 6" descr="image.jpg"/>
          <p:cNvPicPr>
            <a:picLocks noChangeAspect="1"/>
          </p:cNvPicPr>
          <p:nvPr/>
        </p:nvPicPr>
        <p:blipFill>
          <a:blip r:embed="rId7"/>
          <a:stretch>
            <a:fillRect/>
          </a:stretch>
        </p:blipFill>
        <p:spPr>
          <a:xfrm>
            <a:off x="1485900" y="4318000"/>
            <a:ext cx="7696200" cy="323850"/>
          </a:xfrm>
          <a:prstGeom prst="rect">
            <a:avLst/>
          </a:prstGeom>
        </p:spPr>
      </p:pic>
      <p:pic>
        <p:nvPicPr>
          <p:cNvPr id="8" name="Picture 7" descr="image.jpg"/>
          <p:cNvPicPr>
            <a:picLocks noChangeAspect="1"/>
          </p:cNvPicPr>
          <p:nvPr/>
        </p:nvPicPr>
        <p:blipFill>
          <a:blip r:embed="rId8"/>
          <a:stretch>
            <a:fillRect/>
          </a:stretch>
        </p:blipFill>
        <p:spPr>
          <a:xfrm>
            <a:off x="1485900" y="4610100"/>
            <a:ext cx="7696200" cy="323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22" presetClass="entr" presetSubtype="8"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wipe(right)">
                                      <p:cBhvr>
                                        <p:cTn id="12" dur="650"/>
                                        <p:tgtEl>
                                          <p:spTgt spid="4"/>
                                        </p:tgtEl>
                                      </p:cBhvr>
                                    </p:animEffect>
                                  </p:childTnLst>
                                </p:cTn>
                              </p:par>
                              <p:par>
                                <p:cTn id="13" presetID="42" presetClass="entr" presetSubtype="0"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66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88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42" presetClass="entr" presetSubtype="0"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decel="100000" fill="hold"/>
                                        <p:tgtEl>
                                          <p:spTgt spid="8"/>
                                        </p:tgtEl>
                                        <p:attrNameLst>
                                          <p:attrName>ppt_x</p:attrName>
                                        </p:attrNameLst>
                                      </p:cBhvr>
                                      <p:tavLst>
                                        <p:tav tm="0">
                                          <p:val>
                                            <p:strVal val="#ppt_x"/>
                                          </p:val>
                                        </p:tav>
                                        <p:tav tm="100000">
                                          <p:val>
                                            <p:strVal val="#ppt_x"/>
                                          </p:val>
                                        </p:tav>
                                      </p:tavLst>
                                    </p:anim>
                                    <p:anim calcmode="lin" valueType="num">
                                      <p:cBhvr>
                                        <p:cTn id="32" dur="5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7150"/>
            <a:ext cx="4648200" cy="2266950"/>
          </a:xfrm>
          <a:prstGeom prst="rect">
            <a:avLst/>
          </a:prstGeom>
        </p:spPr>
      </p:pic>
      <p:pic>
        <p:nvPicPr>
          <p:cNvPr id="4" name="Picture 3" descr="image.jpg"/>
          <p:cNvPicPr>
            <a:picLocks noChangeAspect="1"/>
          </p:cNvPicPr>
          <p:nvPr/>
        </p:nvPicPr>
        <p:blipFill>
          <a:blip r:embed="rId4"/>
          <a:stretch>
            <a:fillRect/>
          </a:stretch>
        </p:blipFill>
        <p:spPr>
          <a:xfrm>
            <a:off x="673100" y="3568700"/>
            <a:ext cx="2362200" cy="279400"/>
          </a:xfrm>
          <a:prstGeom prst="rect">
            <a:avLst/>
          </a:prstGeom>
        </p:spPr>
      </p:pic>
      <p:pic>
        <p:nvPicPr>
          <p:cNvPr id="5" name="Picture 4" descr="image.jpg"/>
          <p:cNvPicPr>
            <a:picLocks noChangeAspect="1"/>
          </p:cNvPicPr>
          <p:nvPr/>
        </p:nvPicPr>
        <p:blipFill>
          <a:blip r:embed="rId5"/>
          <a:stretch>
            <a:fillRect/>
          </a:stretch>
        </p:blipFill>
        <p:spPr>
          <a:xfrm>
            <a:off x="2959100" y="3568700"/>
            <a:ext cx="2362200" cy="279400"/>
          </a:xfrm>
          <a:prstGeom prst="rect">
            <a:avLst/>
          </a:prstGeom>
        </p:spPr>
      </p:pic>
      <p:pic>
        <p:nvPicPr>
          <p:cNvPr id="6" name="Picture 5" descr="image.jpg"/>
          <p:cNvPicPr>
            <a:picLocks noChangeAspect="1"/>
          </p:cNvPicPr>
          <p:nvPr/>
        </p:nvPicPr>
        <p:blipFill>
          <a:blip r:embed="rId6"/>
          <a:stretch>
            <a:fillRect/>
          </a:stretch>
        </p:blipFill>
        <p:spPr>
          <a:xfrm>
            <a:off x="673100" y="3962400"/>
            <a:ext cx="4648200" cy="1435100"/>
          </a:xfrm>
          <a:prstGeom prst="rect">
            <a:avLst/>
          </a:prstGeom>
        </p:spPr>
      </p:pic>
      <p:pic>
        <p:nvPicPr>
          <p:cNvPr id="7" name="Picture 6" descr="image.jpg"/>
          <p:cNvPicPr>
            <a:picLocks noChangeAspect="1"/>
          </p:cNvPicPr>
          <p:nvPr/>
        </p:nvPicPr>
        <p:blipFill>
          <a:blip r:embed="rId7"/>
          <a:stretch>
            <a:fillRect/>
          </a:stretch>
        </p:blipFill>
        <p:spPr>
          <a:xfrm>
            <a:off x="5549900" y="1320800"/>
            <a:ext cx="5981700" cy="1473200"/>
          </a:xfrm>
          <a:prstGeom prst="rect">
            <a:avLst/>
          </a:prstGeom>
        </p:spPr>
      </p:pic>
      <p:pic>
        <p:nvPicPr>
          <p:cNvPr id="8" name="Picture 7" descr="image.jpg"/>
          <p:cNvPicPr>
            <a:picLocks noChangeAspect="1"/>
          </p:cNvPicPr>
          <p:nvPr/>
        </p:nvPicPr>
        <p:blipFill>
          <a:blip r:embed="rId8"/>
          <a:stretch>
            <a:fillRect/>
          </a:stretch>
        </p:blipFill>
        <p:spPr>
          <a:xfrm>
            <a:off x="5549900" y="2870200"/>
            <a:ext cx="5981700" cy="1473200"/>
          </a:xfrm>
          <a:prstGeom prst="rect">
            <a:avLst/>
          </a:prstGeom>
        </p:spPr>
      </p:pic>
      <p:pic>
        <p:nvPicPr>
          <p:cNvPr id="9" name="Picture 8" descr="image.jpg"/>
          <p:cNvPicPr>
            <a:picLocks noChangeAspect="1"/>
          </p:cNvPicPr>
          <p:nvPr/>
        </p:nvPicPr>
        <p:blipFill>
          <a:blip r:embed="rId9"/>
          <a:stretch>
            <a:fillRect/>
          </a:stretch>
        </p:blipFill>
        <p:spPr>
          <a:xfrm>
            <a:off x="5549900" y="4419600"/>
            <a:ext cx="5981700" cy="1473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800"/>
                                        <p:tgtEl>
                                          <p:spTgt spid="3"/>
                                        </p:tgtEl>
                                      </p:cBhvr>
                                    </p:animEffect>
                                  </p:childTnLst>
                                </p:cTn>
                              </p:par>
                              <p:par>
                                <p:cTn id="8" presetID="42" presetClass="entr" presetSubtype="0" fill="hold" nodeType="withEffect">
                                  <p:stCondLst>
                                    <p:cond delay="22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anim calcmode="lin" valueType="num">
                                      <p:cBhvr>
                                        <p:cTn id="11" dur="500" decel="100000" fill="hold"/>
                                        <p:tgtEl>
                                          <p:spTgt spid="4"/>
                                        </p:tgtEl>
                                        <p:attrNameLst>
                                          <p:attrName>ppt_x</p:attrName>
                                        </p:attrNameLst>
                                      </p:cBhvr>
                                      <p:tavLst>
                                        <p:tav tm="0">
                                          <p:val>
                                            <p:strVal val="#ppt_x"/>
                                          </p:val>
                                        </p:tav>
                                        <p:tav tm="100000">
                                          <p:val>
                                            <p:strVal val="#ppt_x"/>
                                          </p:val>
                                        </p:tav>
                                      </p:tavLst>
                                    </p:anim>
                                    <p:anim calcmode="lin" valueType="num">
                                      <p:cBhvr>
                                        <p:cTn id="12" dur="500" decel="100000" fill="hold"/>
                                        <p:tgtEl>
                                          <p:spTgt spid="4"/>
                                        </p:tgtEl>
                                        <p:attrNameLst>
                                          <p:attrName>ppt_y</p:attrName>
                                        </p:attrNameLst>
                                      </p:cBhvr>
                                      <p:tavLst>
                                        <p:tav tm="0">
                                          <p:val>
                                            <p:strVal val="#ppt_y+0.04"/>
                                          </p:val>
                                        </p:tav>
                                        <p:tav tm="100000">
                                          <p:val>
                                            <p:strVal val="#ppt_y"/>
                                          </p:val>
                                        </p:tav>
                                      </p:tavLst>
                                    </p:anim>
                                  </p:childTnLst>
                                </p:cTn>
                              </p:par>
                              <p:par>
                                <p:cTn id="13" presetID="42" presetClass="entr" presetSubtype="0"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42" presetClass="entr" presetSubtype="0" fill="hold" nodeType="withEffect">
                                  <p:stCondLst>
                                    <p:cond delay="66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anim calcmode="lin" valueType="num">
                                      <p:cBhvr>
                                        <p:cTn id="21" dur="500" decel="100000" fill="hold"/>
                                        <p:tgtEl>
                                          <p:spTgt spid="6"/>
                                        </p:tgtEl>
                                        <p:attrNameLst>
                                          <p:attrName>ppt_x</p:attrName>
                                        </p:attrNameLst>
                                      </p:cBhvr>
                                      <p:tavLst>
                                        <p:tav tm="0">
                                          <p:val>
                                            <p:strVal val="#ppt_x"/>
                                          </p:val>
                                        </p:tav>
                                        <p:tav tm="100000">
                                          <p:val>
                                            <p:strVal val="#ppt_x"/>
                                          </p:val>
                                        </p:tav>
                                      </p:tavLst>
                                    </p:anim>
                                    <p:anim calcmode="lin" valueType="num">
                                      <p:cBhvr>
                                        <p:cTn id="22" dur="500" decel="100000" fill="hold"/>
                                        <p:tgtEl>
                                          <p:spTgt spid="6"/>
                                        </p:tgtEl>
                                        <p:attrNameLst>
                                          <p:attrName>ppt_y</p:attrName>
                                        </p:attrNameLst>
                                      </p:cBhvr>
                                      <p:tavLst>
                                        <p:tav tm="0">
                                          <p:val>
                                            <p:strVal val="#ppt_y+0.04"/>
                                          </p:val>
                                        </p:tav>
                                        <p:tav tm="100000">
                                          <p:val>
                                            <p:strVal val="#ppt_y"/>
                                          </p:val>
                                        </p:tav>
                                      </p:tavLst>
                                    </p:anim>
                                  </p:childTnLst>
                                </p:cTn>
                              </p:par>
                              <p:par>
                                <p:cTn id="23" presetID="42" presetClass="entr" presetSubtype="0" fill="hold" nodeType="withEffect">
                                  <p:stCondLst>
                                    <p:cond delay="88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decel="100000" fill="hold"/>
                                        <p:tgtEl>
                                          <p:spTgt spid="7"/>
                                        </p:tgtEl>
                                        <p:attrNameLst>
                                          <p:attrName>ppt_x</p:attrName>
                                        </p:attrNameLst>
                                      </p:cBhvr>
                                      <p:tavLst>
                                        <p:tav tm="0">
                                          <p:val>
                                            <p:strVal val="#ppt_x"/>
                                          </p:val>
                                        </p:tav>
                                        <p:tav tm="100000">
                                          <p:val>
                                            <p:strVal val="#ppt_x"/>
                                          </p:val>
                                        </p:tav>
                                      </p:tavLst>
                                    </p:anim>
                                    <p:anim calcmode="lin" valueType="num">
                                      <p:cBhvr>
                                        <p:cTn id="27" dur="500" decel="100000" fill="hold"/>
                                        <p:tgtEl>
                                          <p:spTgt spid="7"/>
                                        </p:tgtEl>
                                        <p:attrNameLst>
                                          <p:attrName>ppt_y</p:attrName>
                                        </p:attrNameLst>
                                      </p:cBhvr>
                                      <p:tavLst>
                                        <p:tav tm="0">
                                          <p:val>
                                            <p:strVal val="#ppt_y+0.04"/>
                                          </p:val>
                                        </p:tav>
                                        <p:tav tm="100000">
                                          <p:val>
                                            <p:strVal val="#ppt_y"/>
                                          </p:val>
                                        </p:tav>
                                      </p:tavLst>
                                    </p:anim>
                                  </p:childTnLst>
                                </p:cTn>
                              </p:par>
                              <p:par>
                                <p:cTn id="28" presetID="42" presetClass="entr" presetSubtype="0" fill="hold" nodeType="withEffect">
                                  <p:stCondLst>
                                    <p:cond delay="11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decel="100000" fill="hold"/>
                                        <p:tgtEl>
                                          <p:spTgt spid="8"/>
                                        </p:tgtEl>
                                        <p:attrNameLst>
                                          <p:attrName>ppt_x</p:attrName>
                                        </p:attrNameLst>
                                      </p:cBhvr>
                                      <p:tavLst>
                                        <p:tav tm="0">
                                          <p:val>
                                            <p:strVal val="#ppt_x"/>
                                          </p:val>
                                        </p:tav>
                                        <p:tav tm="100000">
                                          <p:val>
                                            <p:strVal val="#ppt_x"/>
                                          </p:val>
                                        </p:tav>
                                      </p:tavLst>
                                    </p:anim>
                                    <p:anim calcmode="lin" valueType="num">
                                      <p:cBhvr>
                                        <p:cTn id="32" dur="500" decel="100000" fill="hold"/>
                                        <p:tgtEl>
                                          <p:spTgt spid="8"/>
                                        </p:tgtEl>
                                        <p:attrNameLst>
                                          <p:attrName>ppt_y</p:attrName>
                                        </p:attrNameLst>
                                      </p:cBhvr>
                                      <p:tavLst>
                                        <p:tav tm="0">
                                          <p:val>
                                            <p:strVal val="#ppt_y+0.04"/>
                                          </p:val>
                                        </p:tav>
                                        <p:tav tm="100000">
                                          <p:val>
                                            <p:strVal val="#ppt_y"/>
                                          </p:val>
                                        </p:tav>
                                      </p:tavLst>
                                    </p:anim>
                                  </p:childTnLst>
                                </p:cTn>
                              </p:par>
                              <p:par>
                                <p:cTn id="33" presetID="42" presetClass="entr" presetSubtype="0" fill="hold" nodeType="withEffect">
                                  <p:stCondLst>
                                    <p:cond delay="132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decel="100000" fill="hold"/>
                                        <p:tgtEl>
                                          <p:spTgt spid="9"/>
                                        </p:tgtEl>
                                        <p:attrNameLst>
                                          <p:attrName>ppt_x</p:attrName>
                                        </p:attrNameLst>
                                      </p:cBhvr>
                                      <p:tavLst>
                                        <p:tav tm="0">
                                          <p:val>
                                            <p:strVal val="#ppt_x"/>
                                          </p:val>
                                        </p:tav>
                                        <p:tav tm="100000">
                                          <p:val>
                                            <p:strVal val="#ppt_x"/>
                                          </p:val>
                                        </p:tav>
                                      </p:tavLst>
                                    </p:anim>
                                    <p:anim calcmode="lin" valueType="num">
                                      <p:cBhvr>
                                        <p:cTn id="37" dur="500" decel="100000" fill="hold"/>
                                        <p:tgtEl>
                                          <p:spTgt spid="9"/>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27150"/>
            <a:ext cx="10871200" cy="1435100"/>
          </a:xfrm>
          <a:prstGeom prst="rect">
            <a:avLst/>
          </a:prstGeom>
        </p:spPr>
      </p:pic>
      <p:pic>
        <p:nvPicPr>
          <p:cNvPr id="4" name="Picture 3" descr="image.jpg"/>
          <p:cNvPicPr>
            <a:picLocks noChangeAspect="1"/>
          </p:cNvPicPr>
          <p:nvPr/>
        </p:nvPicPr>
        <p:blipFill>
          <a:blip r:embed="rId4"/>
          <a:stretch>
            <a:fillRect/>
          </a:stretch>
        </p:blipFill>
        <p:spPr>
          <a:xfrm>
            <a:off x="673100" y="3136900"/>
            <a:ext cx="5791200" cy="342900"/>
          </a:xfrm>
          <a:prstGeom prst="rect">
            <a:avLst/>
          </a:prstGeom>
        </p:spPr>
      </p:pic>
      <p:pic>
        <p:nvPicPr>
          <p:cNvPr id="5" name="Picture 4" descr="image.jpg"/>
          <p:cNvPicPr>
            <a:picLocks noChangeAspect="1"/>
          </p:cNvPicPr>
          <p:nvPr/>
        </p:nvPicPr>
        <p:blipFill>
          <a:blip r:embed="rId5"/>
          <a:stretch>
            <a:fillRect/>
          </a:stretch>
        </p:blipFill>
        <p:spPr>
          <a:xfrm>
            <a:off x="673100" y="3517900"/>
            <a:ext cx="2108200" cy="2171700"/>
          </a:xfrm>
          <a:prstGeom prst="rect">
            <a:avLst/>
          </a:prstGeom>
        </p:spPr>
      </p:pic>
      <p:pic>
        <p:nvPicPr>
          <p:cNvPr id="6" name="Picture 5" descr="image.jpg"/>
          <p:cNvPicPr>
            <a:picLocks noChangeAspect="1"/>
          </p:cNvPicPr>
          <p:nvPr/>
        </p:nvPicPr>
        <p:blipFill>
          <a:blip r:embed="rId6"/>
          <a:stretch>
            <a:fillRect/>
          </a:stretch>
        </p:blipFill>
        <p:spPr>
          <a:xfrm>
            <a:off x="2857500" y="3517900"/>
            <a:ext cx="2108200" cy="2171700"/>
          </a:xfrm>
          <a:prstGeom prst="rect">
            <a:avLst/>
          </a:prstGeom>
        </p:spPr>
      </p:pic>
      <p:pic>
        <p:nvPicPr>
          <p:cNvPr id="7" name="Picture 6" descr="image.jpg"/>
          <p:cNvPicPr>
            <a:picLocks noChangeAspect="1"/>
          </p:cNvPicPr>
          <p:nvPr/>
        </p:nvPicPr>
        <p:blipFill>
          <a:blip r:embed="rId7"/>
          <a:stretch>
            <a:fillRect/>
          </a:stretch>
        </p:blipFill>
        <p:spPr>
          <a:xfrm>
            <a:off x="5041900" y="3517900"/>
            <a:ext cx="2108200" cy="2171700"/>
          </a:xfrm>
          <a:prstGeom prst="rect">
            <a:avLst/>
          </a:prstGeom>
        </p:spPr>
      </p:pic>
      <p:pic>
        <p:nvPicPr>
          <p:cNvPr id="8" name="Picture 7" descr="image.jpg"/>
          <p:cNvPicPr>
            <a:picLocks noChangeAspect="1"/>
          </p:cNvPicPr>
          <p:nvPr/>
        </p:nvPicPr>
        <p:blipFill>
          <a:blip r:embed="rId8"/>
          <a:stretch>
            <a:fillRect/>
          </a:stretch>
        </p:blipFill>
        <p:spPr>
          <a:xfrm>
            <a:off x="7226300" y="3517900"/>
            <a:ext cx="2108200" cy="2171700"/>
          </a:xfrm>
          <a:prstGeom prst="rect">
            <a:avLst/>
          </a:prstGeom>
        </p:spPr>
      </p:pic>
      <p:pic>
        <p:nvPicPr>
          <p:cNvPr id="9" name="Picture 8" descr="image.jpg"/>
          <p:cNvPicPr>
            <a:picLocks noChangeAspect="1"/>
          </p:cNvPicPr>
          <p:nvPr/>
        </p:nvPicPr>
        <p:blipFill>
          <a:blip r:embed="rId9"/>
          <a:stretch>
            <a:fillRect/>
          </a:stretch>
        </p:blipFill>
        <p:spPr>
          <a:xfrm>
            <a:off x="9410700" y="3517900"/>
            <a:ext cx="2108200" cy="21717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par>
                                <p:cTn id="20" presetID="42" presetClass="entr" presetSubtype="0" fill="hold" nodeType="withEffect">
                                  <p:stCondLst>
                                    <p:cond delay="6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decel="100000" fill="hold"/>
                                        <p:tgtEl>
                                          <p:spTgt spid="6"/>
                                        </p:tgtEl>
                                        <p:attrNameLst>
                                          <p:attrName>ppt_x</p:attrName>
                                        </p:attrNameLst>
                                      </p:cBhvr>
                                      <p:tavLst>
                                        <p:tav tm="0">
                                          <p:val>
                                            <p:strVal val="#ppt_x"/>
                                          </p:val>
                                        </p:tav>
                                        <p:tav tm="100000">
                                          <p:val>
                                            <p:strVal val="#ppt_x"/>
                                          </p:val>
                                        </p:tav>
                                      </p:tavLst>
                                    </p:anim>
                                    <p:anim calcmode="lin" valueType="num">
                                      <p:cBhvr>
                                        <p:cTn id="24" dur="500" decel="100000" fill="hold"/>
                                        <p:tgtEl>
                                          <p:spTgt spid="6"/>
                                        </p:tgtEl>
                                        <p:attrNameLst>
                                          <p:attrName>ppt_y</p:attrName>
                                        </p:attrNameLst>
                                      </p:cBhvr>
                                      <p:tavLst>
                                        <p:tav tm="0">
                                          <p:val>
                                            <p:strVal val="#ppt_y+0.04"/>
                                          </p:val>
                                        </p:tav>
                                        <p:tav tm="100000">
                                          <p:val>
                                            <p:strVal val="#ppt_y"/>
                                          </p:val>
                                        </p:tav>
                                      </p:tavLst>
                                    </p:anim>
                                  </p:childTnLst>
                                </p:cTn>
                              </p:par>
                              <p:par>
                                <p:cTn id="25" presetID="42" presetClass="entr" presetSubtype="0" fill="hold" nodeType="withEffect">
                                  <p:stCondLst>
                                    <p:cond delay="88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anim calcmode="lin" valueType="num">
                                      <p:cBhvr>
                                        <p:cTn id="28" dur="500" decel="100000" fill="hold"/>
                                        <p:tgtEl>
                                          <p:spTgt spid="7"/>
                                        </p:tgtEl>
                                        <p:attrNameLst>
                                          <p:attrName>ppt_x</p:attrName>
                                        </p:attrNameLst>
                                      </p:cBhvr>
                                      <p:tavLst>
                                        <p:tav tm="0">
                                          <p:val>
                                            <p:strVal val="#ppt_x"/>
                                          </p:val>
                                        </p:tav>
                                        <p:tav tm="100000">
                                          <p:val>
                                            <p:strVal val="#ppt_x"/>
                                          </p:val>
                                        </p:tav>
                                      </p:tavLst>
                                    </p:anim>
                                    <p:anim calcmode="lin" valueType="num">
                                      <p:cBhvr>
                                        <p:cTn id="29" dur="500" decel="100000" fill="hold"/>
                                        <p:tgtEl>
                                          <p:spTgt spid="7"/>
                                        </p:tgtEl>
                                        <p:attrNameLst>
                                          <p:attrName>ppt_y</p:attrName>
                                        </p:attrNameLst>
                                      </p:cBhvr>
                                      <p:tavLst>
                                        <p:tav tm="0">
                                          <p:val>
                                            <p:strVal val="#ppt_y+0.04"/>
                                          </p:val>
                                        </p:tav>
                                        <p:tav tm="100000">
                                          <p:val>
                                            <p:strVal val="#ppt_y"/>
                                          </p:val>
                                        </p:tav>
                                      </p:tavLst>
                                    </p:anim>
                                  </p:childTnLst>
                                </p:cTn>
                              </p:par>
                              <p:par>
                                <p:cTn id="30" presetID="42" presetClass="entr" presetSubtype="0" fill="hold" nodeType="withEffect">
                                  <p:stCondLst>
                                    <p:cond delay="110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decel="100000" fill="hold"/>
                                        <p:tgtEl>
                                          <p:spTgt spid="8"/>
                                        </p:tgtEl>
                                        <p:attrNameLst>
                                          <p:attrName>ppt_x</p:attrName>
                                        </p:attrNameLst>
                                      </p:cBhvr>
                                      <p:tavLst>
                                        <p:tav tm="0">
                                          <p:val>
                                            <p:strVal val="#ppt_x"/>
                                          </p:val>
                                        </p:tav>
                                        <p:tav tm="100000">
                                          <p:val>
                                            <p:strVal val="#ppt_x"/>
                                          </p:val>
                                        </p:tav>
                                      </p:tavLst>
                                    </p:anim>
                                    <p:anim calcmode="lin" valueType="num">
                                      <p:cBhvr>
                                        <p:cTn id="34" dur="500" decel="100000" fill="hold"/>
                                        <p:tgtEl>
                                          <p:spTgt spid="8"/>
                                        </p:tgtEl>
                                        <p:attrNameLst>
                                          <p:attrName>ppt_y</p:attrName>
                                        </p:attrNameLst>
                                      </p:cBhvr>
                                      <p:tavLst>
                                        <p:tav tm="0">
                                          <p:val>
                                            <p:strVal val="#ppt_y+0.04"/>
                                          </p:val>
                                        </p:tav>
                                        <p:tav tm="100000">
                                          <p:val>
                                            <p:strVal val="#ppt_y"/>
                                          </p:val>
                                        </p:tav>
                                      </p:tavLst>
                                    </p:anim>
                                  </p:childTnLst>
                                </p:cTn>
                              </p:par>
                              <p:par>
                                <p:cTn id="35" presetID="42" presetClass="entr" presetSubtype="0" fill="hold" nodeType="withEffect">
                                  <p:stCondLst>
                                    <p:cond delay="132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anim calcmode="lin" valueType="num">
                                      <p:cBhvr>
                                        <p:cTn id="38" dur="500" decel="100000" fill="hold"/>
                                        <p:tgtEl>
                                          <p:spTgt spid="9"/>
                                        </p:tgtEl>
                                        <p:attrNameLst>
                                          <p:attrName>ppt_x</p:attrName>
                                        </p:attrNameLst>
                                      </p:cBhvr>
                                      <p:tavLst>
                                        <p:tav tm="0">
                                          <p:val>
                                            <p:strVal val="#ppt_x"/>
                                          </p:val>
                                        </p:tav>
                                        <p:tav tm="100000">
                                          <p:val>
                                            <p:strVal val="#ppt_x"/>
                                          </p:val>
                                        </p:tav>
                                      </p:tavLst>
                                    </p:anim>
                                    <p:anim calcmode="lin" valueType="num">
                                      <p:cBhvr>
                                        <p:cTn id="39" dur="500" decel="100000" fill="hold"/>
                                        <p:tgtEl>
                                          <p:spTgt spid="9"/>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08100"/>
            <a:ext cx="5384800" cy="4229100"/>
          </a:xfrm>
          <a:prstGeom prst="rect">
            <a:avLst/>
          </a:prstGeom>
        </p:spPr>
      </p:pic>
      <p:pic>
        <p:nvPicPr>
          <p:cNvPr id="4" name="Picture 3" descr="image.jpg"/>
          <p:cNvPicPr>
            <a:picLocks noChangeAspect="1"/>
          </p:cNvPicPr>
          <p:nvPr/>
        </p:nvPicPr>
        <p:blipFill>
          <a:blip r:embed="rId4"/>
          <a:stretch>
            <a:fillRect/>
          </a:stretch>
        </p:blipFill>
        <p:spPr>
          <a:xfrm>
            <a:off x="6159500" y="1308100"/>
            <a:ext cx="5384800" cy="3460750"/>
          </a:xfrm>
          <a:prstGeom prst="rect">
            <a:avLst/>
          </a:prstGeom>
        </p:spPr>
      </p:pic>
      <p:pic>
        <p:nvPicPr>
          <p:cNvPr id="5" name="Picture 4" descr="image.jpg"/>
          <p:cNvPicPr>
            <a:picLocks noChangeAspect="1"/>
          </p:cNvPicPr>
          <p:nvPr/>
        </p:nvPicPr>
        <p:blipFill>
          <a:blip r:embed="rId5"/>
          <a:stretch>
            <a:fillRect/>
          </a:stretch>
        </p:blipFill>
        <p:spPr>
          <a:xfrm>
            <a:off x="673100" y="5803900"/>
            <a:ext cx="9601200" cy="2794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73100" y="1308100"/>
            <a:ext cx="5384800" cy="4013200"/>
          </a:xfrm>
          <a:prstGeom prst="rect">
            <a:avLst/>
          </a:prstGeom>
        </p:spPr>
      </p:pic>
      <p:pic>
        <p:nvPicPr>
          <p:cNvPr id="4" name="Picture 3" descr="image.jpg"/>
          <p:cNvPicPr>
            <a:picLocks noChangeAspect="1"/>
          </p:cNvPicPr>
          <p:nvPr/>
        </p:nvPicPr>
        <p:blipFill>
          <a:blip r:embed="rId4"/>
          <a:stretch>
            <a:fillRect/>
          </a:stretch>
        </p:blipFill>
        <p:spPr>
          <a:xfrm>
            <a:off x="6159500" y="1308100"/>
            <a:ext cx="5384800" cy="3244850"/>
          </a:xfrm>
          <a:prstGeom prst="rect">
            <a:avLst/>
          </a:prstGeom>
        </p:spPr>
      </p:pic>
      <p:pic>
        <p:nvPicPr>
          <p:cNvPr id="5" name="Picture 4" descr="image.jpg"/>
          <p:cNvPicPr>
            <a:picLocks noChangeAspect="1"/>
          </p:cNvPicPr>
          <p:nvPr/>
        </p:nvPicPr>
        <p:blipFill>
          <a:blip r:embed="rId5"/>
          <a:stretch>
            <a:fillRect/>
          </a:stretch>
        </p:blipFill>
        <p:spPr>
          <a:xfrm>
            <a:off x="673100" y="5803900"/>
            <a:ext cx="9601200" cy="2794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4"/>
                                          </p:val>
                                        </p:tav>
                                        <p:tav tm="100000">
                                          <p:val>
                                            <p:strVal val="#ppt_y"/>
                                          </p:val>
                                        </p:tav>
                                      </p:tavLst>
                                    </p:anim>
                                  </p:childTnLst>
                                </p:cTn>
                              </p:par>
                              <p:par>
                                <p:cTn id="10" presetID="42" presetClass="entr" presetSubtype="0" fill="hold" nodeType="withEffect">
                                  <p:stCondLst>
                                    <p:cond delay="22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4"/>
                                          </p:val>
                                        </p:tav>
                                        <p:tav tm="100000">
                                          <p:val>
                                            <p:strVal val="#ppt_y"/>
                                          </p:val>
                                        </p:tav>
                                      </p:tavLst>
                                    </p:anim>
                                  </p:childTnLst>
                                </p:cTn>
                              </p:par>
                              <p:par>
                                <p:cTn id="15" presetID="42" presetClass="entr" presetSubtype="0" fill="hold" nodeType="withEffect">
                                  <p:stCondLst>
                                    <p:cond delay="44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anim calcmode="lin" valueType="num">
                                      <p:cBhvr>
                                        <p:cTn id="18" dur="500" decel="100000" fill="hold"/>
                                        <p:tgtEl>
                                          <p:spTgt spid="5"/>
                                        </p:tgtEl>
                                        <p:attrNameLst>
                                          <p:attrName>ppt_x</p:attrName>
                                        </p:attrNameLst>
                                      </p:cBhvr>
                                      <p:tavLst>
                                        <p:tav tm="0">
                                          <p:val>
                                            <p:strVal val="#ppt_x"/>
                                          </p:val>
                                        </p:tav>
                                        <p:tav tm="100000">
                                          <p:val>
                                            <p:strVal val="#ppt_x"/>
                                          </p:val>
                                        </p:tav>
                                      </p:tavLst>
                                    </p:anim>
                                    <p:anim calcmode="lin" valueType="num">
                                      <p:cBhvr>
                                        <p:cTn id="19" dur="500" decel="100000" fill="hold"/>
                                        <p:tgtEl>
                                          <p:spTgt spid="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5676900" y="1866900"/>
            <a:ext cx="838200" cy="647700"/>
          </a:xfrm>
          <a:prstGeom prst="rect">
            <a:avLst/>
          </a:prstGeom>
        </p:spPr>
      </p:pic>
      <p:pic>
        <p:nvPicPr>
          <p:cNvPr id="4" name="Picture 3" descr="image.jpg"/>
          <p:cNvPicPr>
            <a:picLocks noChangeAspect="1"/>
          </p:cNvPicPr>
          <p:nvPr/>
        </p:nvPicPr>
        <p:blipFill>
          <a:blip r:embed="rId4"/>
          <a:stretch>
            <a:fillRect/>
          </a:stretch>
        </p:blipFill>
        <p:spPr>
          <a:xfrm>
            <a:off x="1612900" y="2628900"/>
            <a:ext cx="8966200" cy="749300"/>
          </a:xfrm>
          <a:prstGeom prst="rect">
            <a:avLst/>
          </a:prstGeom>
        </p:spPr>
      </p:pic>
      <p:pic>
        <p:nvPicPr>
          <p:cNvPr id="5" name="Picture 4" descr="image.jpg"/>
          <p:cNvPicPr>
            <a:picLocks noChangeAspect="1"/>
          </p:cNvPicPr>
          <p:nvPr/>
        </p:nvPicPr>
        <p:blipFill>
          <a:blip r:embed="rId5"/>
          <a:stretch>
            <a:fillRect/>
          </a:stretch>
        </p:blipFill>
        <p:spPr>
          <a:xfrm>
            <a:off x="1612900" y="3390900"/>
            <a:ext cx="8966200" cy="584200"/>
          </a:xfrm>
          <a:prstGeom prst="rect">
            <a:avLst/>
          </a:prstGeom>
        </p:spPr>
      </p:pic>
      <p:pic>
        <p:nvPicPr>
          <p:cNvPr id="6" name="Picture 5" descr="image.jpg"/>
          <p:cNvPicPr>
            <a:picLocks noChangeAspect="1"/>
          </p:cNvPicPr>
          <p:nvPr/>
        </p:nvPicPr>
        <p:blipFill>
          <a:blip r:embed="rId6"/>
          <a:stretch>
            <a:fillRect/>
          </a:stretch>
        </p:blipFill>
        <p:spPr>
          <a:xfrm>
            <a:off x="5613400" y="4279900"/>
            <a:ext cx="965200" cy="114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42" presetClass="entr" presetSubtype="0" fill="hold" nodeType="withEffect">
                                  <p:stCondLst>
                                    <p:cond delay="22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anim calcmode="lin" valueType="num">
                                      <p:cBhvr>
                                        <p:cTn id="11" dur="500" decel="100000" fill="hold"/>
                                        <p:tgtEl>
                                          <p:spTgt spid="4"/>
                                        </p:tgtEl>
                                        <p:attrNameLst>
                                          <p:attrName>ppt_x</p:attrName>
                                        </p:attrNameLst>
                                      </p:cBhvr>
                                      <p:tavLst>
                                        <p:tav tm="0">
                                          <p:val>
                                            <p:strVal val="#ppt_x"/>
                                          </p:val>
                                        </p:tav>
                                        <p:tav tm="100000">
                                          <p:val>
                                            <p:strVal val="#ppt_x"/>
                                          </p:val>
                                        </p:tav>
                                      </p:tavLst>
                                    </p:anim>
                                    <p:anim calcmode="lin" valueType="num">
                                      <p:cBhvr>
                                        <p:cTn id="12" dur="500" decel="100000" fill="hold"/>
                                        <p:tgtEl>
                                          <p:spTgt spid="4"/>
                                        </p:tgtEl>
                                        <p:attrNameLst>
                                          <p:attrName>ppt_y</p:attrName>
                                        </p:attrNameLst>
                                      </p:cBhvr>
                                      <p:tavLst>
                                        <p:tav tm="0">
                                          <p:val>
                                            <p:strVal val="#ppt_y+0.04"/>
                                          </p:val>
                                        </p:tav>
                                        <p:tav tm="100000">
                                          <p:val>
                                            <p:strVal val="#ppt_y"/>
                                          </p:val>
                                        </p:tav>
                                      </p:tavLst>
                                    </p:anim>
                                  </p:childTnLst>
                                </p:cTn>
                              </p:par>
                              <p:par>
                                <p:cTn id="13" presetID="42" presetClass="entr" presetSubtype="0" fill="hold" nodeType="withEffect">
                                  <p:stCondLst>
                                    <p:cond delay="44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anim calcmode="lin" valueType="num">
                                      <p:cBhvr>
                                        <p:cTn id="16" dur="500" decel="100000" fill="hold"/>
                                        <p:tgtEl>
                                          <p:spTgt spid="5"/>
                                        </p:tgtEl>
                                        <p:attrNameLst>
                                          <p:attrName>ppt_x</p:attrName>
                                        </p:attrNameLst>
                                      </p:cBhvr>
                                      <p:tavLst>
                                        <p:tav tm="0">
                                          <p:val>
                                            <p:strVal val="#ppt_x"/>
                                          </p:val>
                                        </p:tav>
                                        <p:tav tm="100000">
                                          <p:val>
                                            <p:strVal val="#ppt_x"/>
                                          </p:val>
                                        </p:tav>
                                      </p:tavLst>
                                    </p:anim>
                                    <p:anim calcmode="lin" valueType="num">
                                      <p:cBhvr>
                                        <p:cTn id="17" dur="500" decel="100000" fill="hold"/>
                                        <p:tgtEl>
                                          <p:spTgt spid="5"/>
                                        </p:tgtEl>
                                        <p:attrNameLst>
                                          <p:attrName>ppt_y</p:attrName>
                                        </p:attrNameLst>
                                      </p:cBhvr>
                                      <p:tavLst>
                                        <p:tav tm="0">
                                          <p:val>
                                            <p:strVal val="#ppt_y+0.04"/>
                                          </p:val>
                                        </p:tav>
                                        <p:tav tm="100000">
                                          <p:val>
                                            <p:strVal val="#ppt_y"/>
                                          </p:val>
                                        </p:tav>
                                      </p:tavLst>
                                    </p:anim>
                                  </p:childTnLst>
                                </p:cTn>
                              </p:par>
                              <p:par>
                                <p:cTn id="18" presetID="10" presetClass="entr" presetSubtype="0" fill="hold" nodeType="withEffect">
                                  <p:stCondLst>
                                    <p:cond delay="66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Missing Wedge: Final Defense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