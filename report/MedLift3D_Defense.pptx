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Good morning. We are presenting MedLift-3D. In one sentence: a doctor clicks on a nodule in a low-dose chest tomosynthesis image, and our system returns the nodule's 3D mass and volume, each with an honest, calibrated uncertainty. In the next fifteen minutes we explain the problem, the physics insight behind our design, what we built, what we found (including what did not work), and why.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Our talk has six parts: the motivation, the literature, the design of MedLift-3D, the implementation and results, the challenges and conclusion, and the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We start with why lung nodules matter.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Lung cancer is the leading cause of cancer death worldwide. In 2022 it was 12.4 percent of all new cancers, about 2.5 million cases, but 18.7 percent of all cancer deaths, about 1.8 million. It is the only site that is first in both. That is why we focus on lung cancer.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Survival depends on the stage: 70 to 90 percent at stage one, only 15 to 19 percent at stage four. Early lung cancer appears as a nodule, but most nodules are benign, so doctors follow them over months and measure growth. Today that means a CT scan at every follow-up.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Here is the problem with CT follow-up. A chest CT gives about 6 millisieverts, roughly fifty times a tomosynthesis exam at about 0.12. Tomosynthesis is close to a chest X-ray in dose and far cheaper than CT, and digital radiography rooms are widespread in Bangladesh. The catch: tomosynthesis cannot see depth, so it gives no trustworthy 3D size.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animation shows how tomosynthesis works. On the left, the X-ray tube sweeps over plus or minus 15 degrees. Watch the nodule's shadow on the detector move as the tube moves; that small shift is the only depth information we get. On the right is the same thing in Fourier space: each view measures one line, so fifteen views fill only a thin fan. The orange region, the depth frequencies, is never measured: the missing wedge. In practice a nodule reconstructed from DTS is smeared three to five times longer in depth than in-plane.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This is the idea our design is built on. Take moments of each projection. The zeroth moment, the total signal on the detector, equals the nodule's mass in every single view, no matter how deep it is; we verified this numerically to 0.03 percent. Depth position enters through sine of the tube angle, about 3.9 times worse, and depth extent, which volume needs, through sine squared, about 15 times worse. So: mass first, a learned prior for depth that must agree with the X-rays, and calibrated uncertainty on everything.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We set six objectives. Measure mass first, because that is what tomosynthesis captures best. Fill the missing depth with a learned diffusion prior and 3D Gaussians. Give every number a calibrated 90 percent interval. Measure growth as mass and volume doubling time. Give calibrated probabilities of the clinical size categories. And explain every result by showing what the X-rays saw and what the prior filled in. All of this inside a usable click-to-3D application with a learned detector, running on low-cost cloud hardware.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How does this compare with existing 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Where does MedLift-3D stand against the closest published work? We compared seven elements: built for tomosynthesis geometry, a learned prior, data consistency with the X-rays, closed-form Gaussian mass, a clinical biomarker as output, calibrated uncertainty, and a seen-versus-unseen explanation. Gaussian tomography methods such as Li and Zha have data consistency but no learned prior. Diffusion methods such as Chung and Zhang have a prior, but are not built for tomosynthesis and do not output a clinical number. Bhadra defined the null-space analysis of hallucinations, and de Hoop established nodule mass as a biomarker in CT. Of these, only MedLift-3D brings all seven together for low-dose tomosynthesis nodule measurement. To be precise about our claim: each element exists on its own; our contribution is the combination, the mass-first design, and a calibrated, truth-checked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Now the design of the system.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 The context diagram. The clinician sends a case and a click and receives mass, volume, 90 percent intervals, category probabilities and a 3D view. Training data comes from the TCIA archive, LIDC-IDRI CT with four-reader annotations, and the heavy training and evaluation run on a cloud GPU provider, RunPod and Kaggle.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Here is the full methodology in three parts. Part A is physics: we simulate 15 low-dose views, reconstruct the whole chest with SIRT, the detector suggests nodules and the clinician clicks, and we reconstruct a 64 millimetre prism around the click. Part B is the learned prior: a conditional 3D diffusion U-Net with 17.4 million parameters generates eight CT-like samples of the prism, each kept consistent with the X-rays by SIRT steps inside the sampler. Part C is measurement and trust: 3D Gaussians give the mass in closed form, we compute eight measurements per nodule, conformal calibration turns them into a predictive distribution, and the report gives mass and volume with intervals, category probabilities and the seen-versus-unseen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No public dataset has chest DTS with CT ground truth, so we ran a virtual clinical trial. We took 583 real patients from LIDC-IDRI with 1,144 nodules of 4 to 30 millimetres marked by at least three of four radiologists, and simulated 15-view low-dose DTS from each CT with Poisson noise. We split by patient: 350 for training, 117 for calibration and 116 for testing, so no test patient is ever seen in training or calibration. The diffusion prior trained on 2,522 pairs.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The core learned component is a conditional 3D diffusion model with 17.4 million parameters, conditioned on the blurry DTS reconstruction of the prism. To stop it inventing anatomy, SIRT data-consistency steps inside the sampler make every sample reproduce the measured X-rays. On the left, a held-out example: DTS input, our sample, and the real CT. The chart shows image quality on held-out patients: nodule-box PSNR rose from 11.88 to 15.23 dB, and whole-prism PSNR from 10.16 to 13.74 dB. It trained for 27,610 steps on 2,522 pairs.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Each diffusion sample is fitted with anisotropic 3D Gaussians. The integral of a Gaussian is known exactly, so the nodule's mass is a closed-form sum, no voxel counting. For trust we use split conformal prediction: we score the errors on 76 calibration nodules from patients never used in training, take the 90 percent quantile, shown by the orange line, and that sets the interval for every new nodule. This gives a coverage guarantee without assuming any error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Our twelve-month plan had four phases: inception, data and feasibility; the core generative architecture; Gaussians, detection and uncertainty; and validation, interface and deployment. The milestones were the design review in month four, the interim report in month eight and the final report and defense in month twelve.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Now the results. Everything we show is measured on held-out patients that the models never saw during training. In short: the whole system works end to end, every component met its own target, our physics insight was confirmed on real data, and where accuracy still falls short, we found exactly why and how to fix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is the working application. The clinician picks a patient, the detector suggests nodules, and one click runs the whole pipeline. On the left are the prism views: the blurry DTS input on top, and below our reconstruction with its segmentation in red and the spread of the eight samples. The spread is highest in the depth view, exactly as the physics predicts. On the right, the interactive 3D view: green where the samples agree, red where they disagree, and the radiologists' nodule in grey for comparison. It returns mass, volume, the EUPS category with probabilities, and a low-confidence flag that tells the doctor when to order a CT instead. It runs on a free Kaggle notebook.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Here is what the reconstruction looks like in 3D, from the application on two test nodules. The surface is our reconstructed nodule, coloured by how much the eight diffusion samples disagree: green where they agree, red where they do not. The grey shell is the radiologists' nodule, the ground truth. On the left the reconstruction fills the true nodule well, and the uncertainty sits at the front and back, the depth direction, exactly where tomosynthesis is blind. On the right the reconstruction is smaller than the truth; this under-estimation is the gap our root-cause analysis addresses later.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Our achievements, each against its baseline. The diffusion prior raised nodule PSNR on held-out patients from 11.88 to 15.23 dB. The learned detector reached a CPM of 0.298 against 0.017 for a training-free detector, 17 times better. Conformal intervals covered 95 percent of new patients against a 90 percent target, while the raw sample spread covered only 28 percent. And calibration cut the Brier score for a nodule of at least 100 cubic millimetres from 0.54 to 0.17, a 68 percent reduction.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On the left, coverage on the 74 test nodules: the dashed line is the 90 percent target. Raw sample spread covered only 28 percent; our conformal intervals covered 95. On the right, calibration of the clinical size categories at 100 cubic millimetres: the Brier score fell from 0.54 to 0.17, the calibration error from 0.58 to 0.12, and the most likely category was right 38 percent of the time instead of 26. The next step is narrower intervals, by reporting failed reads separately.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Explainability. A conjugate-gradient null-space split separates every result into what the 15 X-rays measured, the seen part, and what only the prior can supply, the unseen part. Only 0.3 percent of a nodule's mass is unseen, which confirms our physics: the X-rays measure mass. The chart shows skill against the real CT over 30 test nodules. Physics-only reconstruction has no unseen skill. Our diffusion prior reaches 0.22 unseen and 0.88 seen, so it recovers missing depth rather than inventing it. After Gaussian fitting the unseen skill drops to 0.09, which points directly to a fix.</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Beyond the research results, this is a complete engineering system. We processed 583 patients and 1,144 nodules end to end. The pipeline has 18 scripted steps, each ending in automatic PASS/FAIL checks, and 69 unit tests cover the physics, the models and the measurement. Conformal intervals reached 95 percent coverage on 74 test nodules. The diffusion model has 17.4 million parameters. And measuring one nodule with all five reconstruction methods takes a median of 45.5 seconds; the application itself runs on a free Kaggle GPU.</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Finally, what limits the system today and what comes next.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A strength of our pipeline is that it tells us why. Our analysis traced every gap to a specific cause, each with a concrete fix. First, faint nodules get shrunk: the prior was not told a nodule is present at the click, so for faint ones it draws normal lung. Here is a 6.8 millimetre nodule, clear in CT and almost erased in the reconstruction. The fix is to condition the prior on the click. Second, we read mass from the reconstructed image, so segmentation errors leaked in, even though our explainability analysis shows the X-rays themselves measure 99.7 percent of the mass. The fix is to read mass directly from the projections. Third, failed readings widen the intervals; the fix is to report them as their own outcome. All three fixes are within reach of the existing system.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To conclude. We delivered a physics result, that tomosynthesis measures mass but not depth extent; a diffusion prior kept consistent with the X-rays, with closed-form Gaussian mass; calibrated, decision-level uncertainty; a truth-referenced test of what a generative prior adds; and a verified 18-step pipeline with a working click-to-3D application. The next steps follow directly from our root-cause analysis: a click-conditioned prior, mass read from the projections, failure-aware calibration, and real DTS data with a hospital partner. MedLift-3D shows that low-dose, click-to-3D nodule assessment with calibrated and explainable uncertainty is buildable. Thank you.</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Our main references, numbered as in the report; the full list is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Continued references.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Likely questions and short answers. Why simulated DTS? No public chest DTS dataset with CT ground truth exists; simulation from real CT gives exact ground truth. Why only 15 views? Same dose as clinical units; our geometry study showed view count barely changes the depth smear at equal dose, a 40 degree sweep helps about 9 percent. Is the prior hallucinating? The seen/unseen test shows positive unseen skill of 0.22, and data-consistency keeps every sample faithful to the X-rays. Overfitting? Denoising loss train vs held-out ratio 0.97, but sample gain +7.00 vs +4.22 dB, so some patient-level advantage, and still under-trained. Why is mass not yet more accurate if the X-rays measure it exactly? Because we measured mass from the reconstruction inside a segmentation, not from the projections. Clinical use? Not yet; decision support only, a low-confidence flag tells the doctor to order 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gif"/><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image" Target="../media/image19.jp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image" Target="../media/image27.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8293100" y="2933700"/>
            <a:ext cx="2949575" cy="9906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dts_live.gif"/>
          <p:cNvPicPr>
            <a:picLocks noChangeAspect="1"/>
          </p:cNvPicPr>
          <p:nvPr/>
        </p:nvPicPr>
        <p:blipFill>
          <a:blip r:embed="rId3"/>
          <a:stretch>
            <a:fillRect/>
          </a:stretch>
        </p:blipFill>
        <p:spPr>
          <a:xfrm>
            <a:off x="711200" y="1397000"/>
            <a:ext cx="6604000" cy="3810000"/>
          </a:xfrm>
          <a:prstGeom prst="rect">
            <a:avLst/>
          </a:prstGeom>
        </p:spPr>
      </p:pic>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92150" y="4705350"/>
            <a:ext cx="10833100" cy="431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500"/>
                                        <p:tgtEl>
                                          <p:spTgt spid="3"/>
                                        </p:tgtEl>
                                      </p:cBhvr>
                                    </p:animEffect>
                                    <p:anim calcmode="lin" valueType="num">
                                      <p:cBhvr additive="base">
                                        <p:cTn id="5" dur="500" fill="hold"/>
                                        <p:tgtEl>
                                          <p:spTgt spid="3"/>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4235450" y="1377950"/>
            <a:ext cx="3352800" cy="4483100"/>
          </a:xfrm>
          <a:prstGeom prst="rect">
            <a:avLst/>
          </a:prstGeom>
        </p:spPr>
      </p:pic>
      <p:pic>
        <p:nvPicPr>
          <p:cNvPr id="4" name="Picture 3" descr="image.jpg"/>
          <p:cNvPicPr>
            <a:picLocks noChangeAspect="1"/>
          </p:cNvPicPr>
          <p:nvPr/>
        </p:nvPicPr>
        <p:blipFill>
          <a:blip r:embed="rId4"/>
          <a:stretch>
            <a:fillRect/>
          </a:stretch>
        </p:blipFill>
        <p:spPr>
          <a:xfrm>
            <a:off x="7537450" y="1377950"/>
            <a:ext cx="3987800" cy="44831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500"/>
                                        <p:tgtEl>
                                          <p:spTgt spid="3"/>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203950" y="1346200"/>
            <a:ext cx="5308600" cy="3860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MedLift-3D: Final Defense</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