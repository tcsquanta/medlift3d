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MedLift-3D,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Our accuracy benchmark: six methods on 74 test nodules, median volume error, lower is better, and a failed reading counts as 100 percent. Volume from tomosynthesis is hard for every method: even the clinical 2D diameter is off by 88 percent. Our diffusion prior, in orange, had the lowest error of all six, 74.5 percent, and the fewest failures. Adding the Gaussian step raised the error to 94.6, so the full pipeline did not yet beat physics-only reconstruction. The learned methods under-estimate size, and we traced exactly why.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3100" y="2933700"/>
            <a:ext cx="2949575" cy="990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dts_live.gif"/>
          <p:cNvPicPr>
            <a:picLocks noChangeAspect="1"/>
          </p:cNvPicPr>
          <p:nvPr/>
        </p:nvPicPr>
        <p:blipFill>
          <a:blip r:embed="rId3"/>
          <a:stretch>
            <a:fillRect/>
          </a:stretch>
        </p:blipFill>
        <p:spPr>
          <a:xfrm>
            <a:off x="711200" y="1397000"/>
            <a:ext cx="6604000" cy="3810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92150" y="4705350"/>
            <a:ext cx="108331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anim calcmode="lin" valueType="num">
                                      <p:cBhvr additive="base">
                                        <p:cTn id="5" dur="500" fill="hold"/>
                                        <p:tgtEl>
                                          <p:spTgt spid="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235450" y="1377950"/>
            <a:ext cx="3352800" cy="4483100"/>
          </a:xfrm>
          <a:prstGeom prst="rect">
            <a:avLst/>
          </a:prstGeom>
        </p:spPr>
      </p:pic>
      <p:pic>
        <p:nvPicPr>
          <p:cNvPr id="4" name="Picture 3" descr="image.jpg"/>
          <p:cNvPicPr>
            <a:picLocks noChangeAspect="1"/>
          </p:cNvPicPr>
          <p:nvPr/>
        </p:nvPicPr>
        <p:blipFill>
          <a:blip r:embed="rId4"/>
          <a:stretch>
            <a:fillRect/>
          </a:stretch>
        </p:blipFill>
        <p:spPr>
          <a:xfrm>
            <a:off x="7537450" y="1377950"/>
            <a:ext cx="3987800" cy="4483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203950" y="1346200"/>
            <a:ext cx="5308600" cy="3860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MedLift-3D: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