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jpg"/><Relationship Id="rId9" Type="http://schemas.openxmlformats.org/officeDocument/2006/relationships/image" Target="../media/image8.jpg"/><Relationship Id="rId10" Type="http://schemas.openxmlformats.org/officeDocument/2006/relationships/image" Target="../media/image9.jpg"/><Relationship Id="rId11" Type="http://schemas.openxmlformats.org/officeDocument/2006/relationships/image" Target="../media/image10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2.jpg"/><Relationship Id="rId4" Type="http://schemas.openxmlformats.org/officeDocument/2006/relationships/image" Target="../media/image13.jpg"/><Relationship Id="rId5" Type="http://schemas.openxmlformats.org/officeDocument/2006/relationships/image" Target="../media/image14.jpg"/><Relationship Id="rId6" Type="http://schemas.openxmlformats.org/officeDocument/2006/relationships/image" Target="../media/image15.jpg"/><Relationship Id="rId7" Type="http://schemas.openxmlformats.org/officeDocument/2006/relationships/image" Target="../media/image16.jpg"/><Relationship Id="rId8" Type="http://schemas.openxmlformats.org/officeDocument/2006/relationships/image" Target="../media/image17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jpg"/><Relationship Id="rId4" Type="http://schemas.openxmlformats.org/officeDocument/2006/relationships/image" Target="../media/image20.jpg"/><Relationship Id="rId5" Type="http://schemas.openxmlformats.org/officeDocument/2006/relationships/image" Target="../media/image21.jpg"/><Relationship Id="rId6" Type="http://schemas.openxmlformats.org/officeDocument/2006/relationships/image" Target="../media/image22.jpg"/><Relationship Id="rId7" Type="http://schemas.openxmlformats.org/officeDocument/2006/relationships/image" Target="../media/image23.jpg"/><Relationship Id="rId8" Type="http://schemas.openxmlformats.org/officeDocument/2006/relationships/image" Target="../media/image2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6.jpg"/><Relationship Id="rId4" Type="http://schemas.openxmlformats.org/officeDocument/2006/relationships/image" Target="../media/image27.jpg"/><Relationship Id="rId5" Type="http://schemas.openxmlformats.org/officeDocument/2006/relationships/image" Target="../media/image28.jpg"/><Relationship Id="rId6" Type="http://schemas.openxmlformats.org/officeDocument/2006/relationships/image" Target="../media/image29.jpg"/><Relationship Id="rId7" Type="http://schemas.openxmlformats.org/officeDocument/2006/relationships/image" Target="../media/image30.jpg"/><Relationship Id="rId8" Type="http://schemas.openxmlformats.org/officeDocument/2006/relationships/image" Target="../media/image31.jpg"/><Relationship Id="rId9" Type="http://schemas.openxmlformats.org/officeDocument/2006/relationships/image" Target="../media/image32.jpg"/><Relationship Id="rId10" Type="http://schemas.openxmlformats.org/officeDocument/2006/relationships/image" Target="../media/image33.jpg"/><Relationship Id="rId11" Type="http://schemas.openxmlformats.org/officeDocument/2006/relationships/image" Target="../media/image34.jpg"/><Relationship Id="rId12" Type="http://schemas.openxmlformats.org/officeDocument/2006/relationships/image" Target="../media/image35.jpg"/><Relationship Id="rId13" Type="http://schemas.openxmlformats.org/officeDocument/2006/relationships/image" Target="../media/image36.jpg"/><Relationship Id="rId14" Type="http://schemas.openxmlformats.org/officeDocument/2006/relationships/image" Target="../media/image37.jpg"/><Relationship Id="rId15" Type="http://schemas.openxmlformats.org/officeDocument/2006/relationships/image" Target="../media/image38.jpg"/><Relationship Id="rId16" Type="http://schemas.openxmlformats.org/officeDocument/2006/relationships/image" Target="../media/image39.jpg"/><Relationship Id="rId17" Type="http://schemas.openxmlformats.org/officeDocument/2006/relationships/image" Target="../media/image40.jpg"/><Relationship Id="rId18" Type="http://schemas.openxmlformats.org/officeDocument/2006/relationships/image" Target="../media/image41.jpg"/><Relationship Id="rId19" Type="http://schemas.openxmlformats.org/officeDocument/2006/relationships/image" Target="../media/image42.jpg"/><Relationship Id="rId20" Type="http://schemas.openxmlformats.org/officeDocument/2006/relationships/image" Target="../media/image43.jpg"/><Relationship Id="rId21" Type="http://schemas.openxmlformats.org/officeDocument/2006/relationships/image" Target="../media/image44.jpg"/><Relationship Id="rId22" Type="http://schemas.openxmlformats.org/officeDocument/2006/relationships/image" Target="../media/image45.jpg"/><Relationship Id="rId23" Type="http://schemas.openxmlformats.org/officeDocument/2006/relationships/image" Target="../media/image46.jpg"/><Relationship Id="rId24" Type="http://schemas.openxmlformats.org/officeDocument/2006/relationships/image" Target="../media/image47.jpg"/><Relationship Id="rId25" Type="http://schemas.openxmlformats.org/officeDocument/2006/relationships/image" Target="../media/image48.jpg"/><Relationship Id="rId26" Type="http://schemas.openxmlformats.org/officeDocument/2006/relationships/image" Target="../media/image49.jpg"/><Relationship Id="rId27" Type="http://schemas.openxmlformats.org/officeDocument/2006/relationships/image" Target="../media/image50.jpg"/><Relationship Id="rId28" Type="http://schemas.openxmlformats.org/officeDocument/2006/relationships/image" Target="../media/image51.jpg"/><Relationship Id="rId29" Type="http://schemas.openxmlformats.org/officeDocument/2006/relationships/image" Target="../media/image52.jpg"/><Relationship Id="rId30" Type="http://schemas.openxmlformats.org/officeDocument/2006/relationships/image" Target="../media/image53.jpg"/><Relationship Id="rId31" Type="http://schemas.openxmlformats.org/officeDocument/2006/relationships/image" Target="../media/image54.jpg"/><Relationship Id="rId32" Type="http://schemas.openxmlformats.org/officeDocument/2006/relationships/image" Target="../media/image55.jpg"/><Relationship Id="rId33" Type="http://schemas.openxmlformats.org/officeDocument/2006/relationships/image" Target="../media/image56.jpg"/><Relationship Id="rId34" Type="http://schemas.openxmlformats.org/officeDocument/2006/relationships/image" Target="../media/image57.jpg"/><Relationship Id="rId35" Type="http://schemas.openxmlformats.org/officeDocument/2006/relationships/image" Target="../media/image58.jpg"/><Relationship Id="rId36" Type="http://schemas.openxmlformats.org/officeDocument/2006/relationships/image" Target="../media/image59.jpg"/><Relationship Id="rId37" Type="http://schemas.openxmlformats.org/officeDocument/2006/relationships/image" Target="../media/image60.jpg"/><Relationship Id="rId38" Type="http://schemas.openxmlformats.org/officeDocument/2006/relationships/image" Target="../media/image61.jpg"/><Relationship Id="rId39" Type="http://schemas.openxmlformats.org/officeDocument/2006/relationships/image" Target="../media/image62.jpg"/><Relationship Id="rId40" Type="http://schemas.openxmlformats.org/officeDocument/2006/relationships/image" Target="../media/image63.jpg"/><Relationship Id="rId41" Type="http://schemas.openxmlformats.org/officeDocument/2006/relationships/image" Target="../media/image64.jpg"/><Relationship Id="rId42" Type="http://schemas.openxmlformats.org/officeDocument/2006/relationships/image" Target="../media/image65.jpg"/><Relationship Id="rId43" Type="http://schemas.openxmlformats.org/officeDocument/2006/relationships/image" Target="../media/image66.jpg"/><Relationship Id="rId44" Type="http://schemas.openxmlformats.org/officeDocument/2006/relationships/image" Target="../media/image67.jpg"/><Relationship Id="rId45" Type="http://schemas.openxmlformats.org/officeDocument/2006/relationships/image" Target="../media/image68.jpg"/><Relationship Id="rId46" Type="http://schemas.openxmlformats.org/officeDocument/2006/relationships/image" Target="../media/image69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jpg"/><Relationship Id="rId3" Type="http://schemas.openxmlformats.org/officeDocument/2006/relationships/image" Target="../media/image71.jpg"/><Relationship Id="rId4" Type="http://schemas.openxmlformats.org/officeDocument/2006/relationships/image" Target="../media/image30.jpg"/><Relationship Id="rId5" Type="http://schemas.openxmlformats.org/officeDocument/2006/relationships/image" Target="../media/image34.jpg"/><Relationship Id="rId6" Type="http://schemas.openxmlformats.org/officeDocument/2006/relationships/image" Target="../media/image72.jpg"/><Relationship Id="rId7" Type="http://schemas.openxmlformats.org/officeDocument/2006/relationships/image" Target="../media/image73.jpg"/><Relationship Id="rId8" Type="http://schemas.openxmlformats.org/officeDocument/2006/relationships/image" Target="../media/image74.jpg"/><Relationship Id="rId9" Type="http://schemas.openxmlformats.org/officeDocument/2006/relationships/image" Target="../media/image75.jpg"/><Relationship Id="rId10" Type="http://schemas.openxmlformats.org/officeDocument/2006/relationships/image" Target="../media/image76.jpg"/><Relationship Id="rId11" Type="http://schemas.openxmlformats.org/officeDocument/2006/relationships/image" Target="../media/image77.jpg"/><Relationship Id="rId12" Type="http://schemas.openxmlformats.org/officeDocument/2006/relationships/image" Target="../media/image78.jpg"/><Relationship Id="rId13" Type="http://schemas.openxmlformats.org/officeDocument/2006/relationships/image" Target="../media/image79.jpg"/><Relationship Id="rId14" Type="http://schemas.openxmlformats.org/officeDocument/2006/relationships/image" Target="../media/image80.jpg"/><Relationship Id="rId15" Type="http://schemas.openxmlformats.org/officeDocument/2006/relationships/image" Target="../media/image81.jpg"/><Relationship Id="rId16" Type="http://schemas.openxmlformats.org/officeDocument/2006/relationships/image" Target="../media/image82.jpg"/><Relationship Id="rId17" Type="http://schemas.openxmlformats.org/officeDocument/2006/relationships/image" Target="../media/image83.jpg"/><Relationship Id="rId18" Type="http://schemas.openxmlformats.org/officeDocument/2006/relationships/image" Target="../media/image84.jpg"/><Relationship Id="rId19" Type="http://schemas.openxmlformats.org/officeDocument/2006/relationships/image" Target="../media/image85.jpg"/><Relationship Id="rId20" Type="http://schemas.openxmlformats.org/officeDocument/2006/relationships/image" Target="../media/image86.jpg"/><Relationship Id="rId21" Type="http://schemas.openxmlformats.org/officeDocument/2006/relationships/image" Target="../media/image87.jpg"/><Relationship Id="rId22" Type="http://schemas.openxmlformats.org/officeDocument/2006/relationships/image" Target="../media/image88.jpg"/><Relationship Id="rId23" Type="http://schemas.openxmlformats.org/officeDocument/2006/relationships/image" Target="../media/image89.jpg"/><Relationship Id="rId24" Type="http://schemas.openxmlformats.org/officeDocument/2006/relationships/image" Target="../media/image90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1.jpg"/><Relationship Id="rId3" Type="http://schemas.openxmlformats.org/officeDocument/2006/relationships/image" Target="../media/image92.jpg"/><Relationship Id="rId4" Type="http://schemas.openxmlformats.org/officeDocument/2006/relationships/image" Target="../media/image93.jpg"/><Relationship Id="rId5" Type="http://schemas.openxmlformats.org/officeDocument/2006/relationships/image" Target="../media/image94.jpg"/><Relationship Id="rId6" Type="http://schemas.openxmlformats.org/officeDocument/2006/relationships/image" Target="../media/image95.jpg"/><Relationship Id="rId7" Type="http://schemas.openxmlformats.org/officeDocument/2006/relationships/image" Target="../media/image96.jpg"/><Relationship Id="rId8" Type="http://schemas.openxmlformats.org/officeDocument/2006/relationships/image" Target="../media/image97.jpg"/><Relationship Id="rId9" Type="http://schemas.openxmlformats.org/officeDocument/2006/relationships/image" Target="../media/image98.jpg"/><Relationship Id="rId10" Type="http://schemas.openxmlformats.org/officeDocument/2006/relationships/image" Target="../media/image99.jpg"/><Relationship Id="rId11" Type="http://schemas.openxmlformats.org/officeDocument/2006/relationships/image" Target="../media/image100.jpg"/><Relationship Id="rId12" Type="http://schemas.openxmlformats.org/officeDocument/2006/relationships/image" Target="../media/image101.jpg"/><Relationship Id="rId13" Type="http://schemas.openxmlformats.org/officeDocument/2006/relationships/image" Target="../media/image102.jpg"/><Relationship Id="rId14" Type="http://schemas.openxmlformats.org/officeDocument/2006/relationships/image" Target="../media/image103.jpg"/><Relationship Id="rId15" Type="http://schemas.openxmlformats.org/officeDocument/2006/relationships/image" Target="../media/image104.jpg"/><Relationship Id="rId16" Type="http://schemas.openxmlformats.org/officeDocument/2006/relationships/image" Target="../media/image105.jpg"/><Relationship Id="rId17" Type="http://schemas.openxmlformats.org/officeDocument/2006/relationships/image" Target="../media/image106.jpg"/><Relationship Id="rId18" Type="http://schemas.openxmlformats.org/officeDocument/2006/relationships/image" Target="../media/image107.jpg"/><Relationship Id="rId19" Type="http://schemas.openxmlformats.org/officeDocument/2006/relationships/image" Target="../media/image108.jpg"/><Relationship Id="rId20" Type="http://schemas.openxmlformats.org/officeDocument/2006/relationships/image" Target="../media/image109.jpg"/><Relationship Id="rId21" Type="http://schemas.openxmlformats.org/officeDocument/2006/relationships/image" Target="../media/image110.jpg"/><Relationship Id="rId22" Type="http://schemas.openxmlformats.org/officeDocument/2006/relationships/image" Target="../media/image111.jpg"/><Relationship Id="rId23" Type="http://schemas.openxmlformats.org/officeDocument/2006/relationships/image" Target="../media/image112.jpg"/><Relationship Id="rId24" Type="http://schemas.openxmlformats.org/officeDocument/2006/relationships/image" Target="../media/image11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4.jpg"/><Relationship Id="rId3" Type="http://schemas.openxmlformats.org/officeDocument/2006/relationships/image" Target="../media/image115.jpg"/><Relationship Id="rId4" Type="http://schemas.openxmlformats.org/officeDocument/2006/relationships/image" Target="../media/image116.jpg"/><Relationship Id="rId5" Type="http://schemas.openxmlformats.org/officeDocument/2006/relationships/image" Target="../media/image117.jpg"/><Relationship Id="rId6" Type="http://schemas.openxmlformats.org/officeDocument/2006/relationships/image" Target="../media/image118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9.jpg"/><Relationship Id="rId3" Type="http://schemas.openxmlformats.org/officeDocument/2006/relationships/image" Target="../media/image120.jpg"/><Relationship Id="rId4" Type="http://schemas.openxmlformats.org/officeDocument/2006/relationships/image" Target="../media/image121.jpg"/><Relationship Id="rId5" Type="http://schemas.openxmlformats.org/officeDocument/2006/relationships/image" Target="../media/image122.jpg"/><Relationship Id="rId6" Type="http://schemas.openxmlformats.org/officeDocument/2006/relationships/image" Target="../media/image123.jpg"/><Relationship Id="rId7" Type="http://schemas.openxmlformats.org/officeDocument/2006/relationships/image" Target="../media/image124.jpg"/><Relationship Id="rId8" Type="http://schemas.openxmlformats.org/officeDocument/2006/relationships/image" Target="../media/image125.jpg"/><Relationship Id="rId9" Type="http://schemas.openxmlformats.org/officeDocument/2006/relationships/image" Target="../media/image126.jpg"/><Relationship Id="rId10" Type="http://schemas.openxmlformats.org/officeDocument/2006/relationships/image" Target="../media/image127.jpg"/><Relationship Id="rId11" Type="http://schemas.openxmlformats.org/officeDocument/2006/relationships/image" Target="../media/image128.jpg"/><Relationship Id="rId12" Type="http://schemas.openxmlformats.org/officeDocument/2006/relationships/image" Target="../media/image129.jpg"/><Relationship Id="rId13" Type="http://schemas.openxmlformats.org/officeDocument/2006/relationships/image" Target="../media/image130.jpg"/><Relationship Id="rId14" Type="http://schemas.openxmlformats.org/officeDocument/2006/relationships/image" Target="../media/image131.jpg"/><Relationship Id="rId15" Type="http://schemas.openxmlformats.org/officeDocument/2006/relationships/image" Target="../media/image132.jpg"/><Relationship Id="rId16" Type="http://schemas.openxmlformats.org/officeDocument/2006/relationships/image" Target="../media/image133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4.jpg"/><Relationship Id="rId3" Type="http://schemas.openxmlformats.org/officeDocument/2006/relationships/image" Target="../media/image135.jpg"/><Relationship Id="rId4" Type="http://schemas.openxmlformats.org/officeDocument/2006/relationships/image" Target="../media/image136.jpg"/><Relationship Id="rId5" Type="http://schemas.openxmlformats.org/officeDocument/2006/relationships/image" Target="../media/image137.jpg"/><Relationship Id="rId6" Type="http://schemas.openxmlformats.org/officeDocument/2006/relationships/image" Target="../media/image138.jpg"/><Relationship Id="rId7" Type="http://schemas.openxmlformats.org/officeDocument/2006/relationships/image" Target="../media/image139.jpg"/><Relationship Id="rId8" Type="http://schemas.openxmlformats.org/officeDocument/2006/relationships/image" Target="../media/image140.jpg"/><Relationship Id="rId9" Type="http://schemas.openxmlformats.org/officeDocument/2006/relationships/image" Target="../media/image14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42.jpg"/><Relationship Id="rId4" Type="http://schemas.openxmlformats.org/officeDocument/2006/relationships/image" Target="../media/image20.jpg"/><Relationship Id="rId5" Type="http://schemas.openxmlformats.org/officeDocument/2006/relationships/image" Target="../media/image143.jpg"/><Relationship Id="rId6" Type="http://schemas.openxmlformats.org/officeDocument/2006/relationships/image" Target="../media/image144.jpg"/><Relationship Id="rId7" Type="http://schemas.openxmlformats.org/officeDocument/2006/relationships/image" Target="../media/image145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6.jpg"/><Relationship Id="rId3" Type="http://schemas.openxmlformats.org/officeDocument/2006/relationships/image" Target="../media/image147.jpg"/><Relationship Id="rId4" Type="http://schemas.openxmlformats.org/officeDocument/2006/relationships/image" Target="../media/image148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49.jpg"/><Relationship Id="rId4" Type="http://schemas.openxmlformats.org/officeDocument/2006/relationships/image" Target="../media/image20.jpg"/><Relationship Id="rId5" Type="http://schemas.openxmlformats.org/officeDocument/2006/relationships/image" Target="../media/image150.jpg"/><Relationship Id="rId6" Type="http://schemas.openxmlformats.org/officeDocument/2006/relationships/image" Target="../media/image151.jpg"/><Relationship Id="rId7" Type="http://schemas.openxmlformats.org/officeDocument/2006/relationships/image" Target="../media/image152.jpg"/><Relationship Id="rId8" Type="http://schemas.openxmlformats.org/officeDocument/2006/relationships/image" Target="../media/image153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4.jpg"/><Relationship Id="rId3" Type="http://schemas.openxmlformats.org/officeDocument/2006/relationships/image" Target="../media/image155.jpg"/><Relationship Id="rId4" Type="http://schemas.openxmlformats.org/officeDocument/2006/relationships/image" Target="../media/image156.jpg"/><Relationship Id="rId5" Type="http://schemas.openxmlformats.org/officeDocument/2006/relationships/image" Target="../media/image157.jpg"/><Relationship Id="rId6" Type="http://schemas.openxmlformats.org/officeDocument/2006/relationships/image" Target="../media/image158.jpg"/><Relationship Id="rId7" Type="http://schemas.openxmlformats.org/officeDocument/2006/relationships/image" Target="../media/image159.jpg"/><Relationship Id="rId8" Type="http://schemas.openxmlformats.org/officeDocument/2006/relationships/image" Target="../media/image160.jpg"/><Relationship Id="rId9" Type="http://schemas.openxmlformats.org/officeDocument/2006/relationships/image" Target="../media/image161.jpg"/><Relationship Id="rId10" Type="http://schemas.openxmlformats.org/officeDocument/2006/relationships/image" Target="../media/image162.jpg"/><Relationship Id="rId11" Type="http://schemas.openxmlformats.org/officeDocument/2006/relationships/image" Target="../media/image163.jpg"/><Relationship Id="rId12" Type="http://schemas.openxmlformats.org/officeDocument/2006/relationships/image" Target="../media/image164.jpg"/><Relationship Id="rId13" Type="http://schemas.openxmlformats.org/officeDocument/2006/relationships/image" Target="../media/image165.jpg"/><Relationship Id="rId14" Type="http://schemas.openxmlformats.org/officeDocument/2006/relationships/image" Target="../media/image166.jpg"/><Relationship Id="rId15" Type="http://schemas.openxmlformats.org/officeDocument/2006/relationships/image" Target="../media/image167.jpg"/><Relationship Id="rId16" Type="http://schemas.openxmlformats.org/officeDocument/2006/relationships/image" Target="../media/image168.jpg"/><Relationship Id="rId17" Type="http://schemas.openxmlformats.org/officeDocument/2006/relationships/image" Target="../media/image169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0.jpg"/><Relationship Id="rId3" Type="http://schemas.openxmlformats.org/officeDocument/2006/relationships/image" Target="../media/image171.jpg"/><Relationship Id="rId4" Type="http://schemas.openxmlformats.org/officeDocument/2006/relationships/image" Target="../media/image172.jpg"/><Relationship Id="rId5" Type="http://schemas.openxmlformats.org/officeDocument/2006/relationships/image" Target="../media/image173.jpg"/><Relationship Id="rId6" Type="http://schemas.openxmlformats.org/officeDocument/2006/relationships/image" Target="../media/image174.jpg"/><Relationship Id="rId7" Type="http://schemas.openxmlformats.org/officeDocument/2006/relationships/image" Target="../media/image175.jpg"/><Relationship Id="rId8" Type="http://schemas.openxmlformats.org/officeDocument/2006/relationships/image" Target="../media/image176.jpg"/><Relationship Id="rId9" Type="http://schemas.openxmlformats.org/officeDocument/2006/relationships/image" Target="../media/image177.jpg"/><Relationship Id="rId10" Type="http://schemas.openxmlformats.org/officeDocument/2006/relationships/image" Target="../media/image178.jpg"/><Relationship Id="rId11" Type="http://schemas.openxmlformats.org/officeDocument/2006/relationships/image" Target="../media/image179.jpg"/><Relationship Id="rId12" Type="http://schemas.openxmlformats.org/officeDocument/2006/relationships/image" Target="../media/image180.jpg"/><Relationship Id="rId13" Type="http://schemas.openxmlformats.org/officeDocument/2006/relationships/image" Target="../media/image181.jpg"/><Relationship Id="rId14" Type="http://schemas.openxmlformats.org/officeDocument/2006/relationships/image" Target="../media/image182.jpg"/><Relationship Id="rId15" Type="http://schemas.openxmlformats.org/officeDocument/2006/relationships/image" Target="../media/image183.jpg"/><Relationship Id="rId16" Type="http://schemas.openxmlformats.org/officeDocument/2006/relationships/image" Target="../media/image184.jpg"/><Relationship Id="rId17" Type="http://schemas.openxmlformats.org/officeDocument/2006/relationships/image" Target="../media/image185.jpg"/><Relationship Id="rId18" Type="http://schemas.openxmlformats.org/officeDocument/2006/relationships/image" Target="../media/image186.jpg"/><Relationship Id="rId19" Type="http://schemas.openxmlformats.org/officeDocument/2006/relationships/image" Target="../media/image187.jpg"/><Relationship Id="rId20" Type="http://schemas.openxmlformats.org/officeDocument/2006/relationships/image" Target="../media/image188.jpg"/><Relationship Id="rId21" Type="http://schemas.openxmlformats.org/officeDocument/2006/relationships/image" Target="../media/image189.jpg"/><Relationship Id="rId22" Type="http://schemas.openxmlformats.org/officeDocument/2006/relationships/image" Target="../media/image190.jpg"/><Relationship Id="rId23" Type="http://schemas.openxmlformats.org/officeDocument/2006/relationships/image" Target="../media/image19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2.jpg"/><Relationship Id="rId3" Type="http://schemas.openxmlformats.org/officeDocument/2006/relationships/image" Target="../media/image193.jpg"/><Relationship Id="rId4" Type="http://schemas.openxmlformats.org/officeDocument/2006/relationships/image" Target="../media/image194.jpg"/><Relationship Id="rId5" Type="http://schemas.openxmlformats.org/officeDocument/2006/relationships/image" Target="../media/image195.jpg"/><Relationship Id="rId6" Type="http://schemas.openxmlformats.org/officeDocument/2006/relationships/image" Target="../media/image196.jpg"/><Relationship Id="rId7" Type="http://schemas.openxmlformats.org/officeDocument/2006/relationships/image" Target="../media/image197.jpg"/><Relationship Id="rId8" Type="http://schemas.openxmlformats.org/officeDocument/2006/relationships/image" Target="../media/image198.jpg"/><Relationship Id="rId9" Type="http://schemas.openxmlformats.org/officeDocument/2006/relationships/image" Target="../media/image199.jpg"/><Relationship Id="rId10" Type="http://schemas.openxmlformats.org/officeDocument/2006/relationships/image" Target="../media/image200.jpg"/><Relationship Id="rId11" Type="http://schemas.openxmlformats.org/officeDocument/2006/relationships/image" Target="../media/image201.jpg"/><Relationship Id="rId12" Type="http://schemas.openxmlformats.org/officeDocument/2006/relationships/image" Target="../media/image202.jpg"/><Relationship Id="rId13" Type="http://schemas.openxmlformats.org/officeDocument/2006/relationships/image" Target="../media/image203.jpg"/><Relationship Id="rId14" Type="http://schemas.openxmlformats.org/officeDocument/2006/relationships/image" Target="../media/image204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5.jpg"/><Relationship Id="rId3" Type="http://schemas.openxmlformats.org/officeDocument/2006/relationships/image" Target="../media/image206.jpg"/><Relationship Id="rId4" Type="http://schemas.openxmlformats.org/officeDocument/2006/relationships/image" Target="../media/image207.jpg"/><Relationship Id="rId5" Type="http://schemas.openxmlformats.org/officeDocument/2006/relationships/image" Target="../media/image208.jpg"/><Relationship Id="rId6" Type="http://schemas.openxmlformats.org/officeDocument/2006/relationships/image" Target="../media/image209.jpg"/><Relationship Id="rId7" Type="http://schemas.openxmlformats.org/officeDocument/2006/relationships/image" Target="../media/image210.jpg"/><Relationship Id="rId8" Type="http://schemas.openxmlformats.org/officeDocument/2006/relationships/image" Target="../media/image211.jpg"/><Relationship Id="rId9" Type="http://schemas.openxmlformats.org/officeDocument/2006/relationships/image" Target="../media/image212.jpg"/><Relationship Id="rId10" Type="http://schemas.openxmlformats.org/officeDocument/2006/relationships/image" Target="../media/image213.jpg"/><Relationship Id="rId11" Type="http://schemas.openxmlformats.org/officeDocument/2006/relationships/image" Target="../media/image214.jpg"/><Relationship Id="rId12" Type="http://schemas.openxmlformats.org/officeDocument/2006/relationships/image" Target="../media/image28.jpg"/><Relationship Id="rId13" Type="http://schemas.openxmlformats.org/officeDocument/2006/relationships/image" Target="../media/image215.jpg"/><Relationship Id="rId14" Type="http://schemas.openxmlformats.org/officeDocument/2006/relationships/image" Target="../media/image216.jpg"/><Relationship Id="rId15" Type="http://schemas.openxmlformats.org/officeDocument/2006/relationships/image" Target="../media/image217.jpg"/><Relationship Id="rId16" Type="http://schemas.openxmlformats.org/officeDocument/2006/relationships/image" Target="../media/image218.jpg"/><Relationship Id="rId17" Type="http://schemas.openxmlformats.org/officeDocument/2006/relationships/image" Target="../media/image219.jpg"/><Relationship Id="rId18" Type="http://schemas.openxmlformats.org/officeDocument/2006/relationships/image" Target="../media/image220.jpg"/><Relationship Id="rId19" Type="http://schemas.openxmlformats.org/officeDocument/2006/relationships/image" Target="../media/image221.jpg"/><Relationship Id="rId20" Type="http://schemas.openxmlformats.org/officeDocument/2006/relationships/image" Target="../media/image222.jpg"/><Relationship Id="rId21" Type="http://schemas.openxmlformats.org/officeDocument/2006/relationships/image" Target="../media/image223.jpg"/><Relationship Id="rId22" Type="http://schemas.openxmlformats.org/officeDocument/2006/relationships/image" Target="../media/image224.jpg"/><Relationship Id="rId23" Type="http://schemas.openxmlformats.org/officeDocument/2006/relationships/image" Target="../media/image225.jpg"/><Relationship Id="rId24" Type="http://schemas.openxmlformats.org/officeDocument/2006/relationships/image" Target="../media/image226.jpg"/><Relationship Id="rId25" Type="http://schemas.openxmlformats.org/officeDocument/2006/relationships/image" Target="../media/image227.jpg"/><Relationship Id="rId26" Type="http://schemas.openxmlformats.org/officeDocument/2006/relationships/image" Target="../media/image228.jpg"/><Relationship Id="rId27" Type="http://schemas.openxmlformats.org/officeDocument/2006/relationships/image" Target="../media/image229.jpg"/><Relationship Id="rId28" Type="http://schemas.openxmlformats.org/officeDocument/2006/relationships/image" Target="../media/image230.jpg"/><Relationship Id="rId29" Type="http://schemas.openxmlformats.org/officeDocument/2006/relationships/image" Target="../media/image23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2.jpg"/><Relationship Id="rId3" Type="http://schemas.openxmlformats.org/officeDocument/2006/relationships/image" Target="../media/image233.jpg"/><Relationship Id="rId4" Type="http://schemas.openxmlformats.org/officeDocument/2006/relationships/image" Target="../media/image234.jpg"/><Relationship Id="rId5" Type="http://schemas.openxmlformats.org/officeDocument/2006/relationships/image" Target="../media/image235.jpg"/><Relationship Id="rId6" Type="http://schemas.openxmlformats.org/officeDocument/2006/relationships/image" Target="../media/image236.jpg"/><Relationship Id="rId7" Type="http://schemas.openxmlformats.org/officeDocument/2006/relationships/image" Target="../media/image237.jpg"/><Relationship Id="rId8" Type="http://schemas.openxmlformats.org/officeDocument/2006/relationships/image" Target="../media/image238.jpg"/><Relationship Id="rId9" Type="http://schemas.openxmlformats.org/officeDocument/2006/relationships/image" Target="../media/image239.jpg"/><Relationship Id="rId10" Type="http://schemas.openxmlformats.org/officeDocument/2006/relationships/image" Target="../media/image240.jpg"/><Relationship Id="rId11" Type="http://schemas.openxmlformats.org/officeDocument/2006/relationships/image" Target="../media/image241.jpg"/><Relationship Id="rId12" Type="http://schemas.openxmlformats.org/officeDocument/2006/relationships/image" Target="../media/image242.jpg"/><Relationship Id="rId13" Type="http://schemas.openxmlformats.org/officeDocument/2006/relationships/image" Target="../media/image243.jpg"/><Relationship Id="rId14" Type="http://schemas.openxmlformats.org/officeDocument/2006/relationships/image" Target="../media/image244.jpg"/><Relationship Id="rId15" Type="http://schemas.openxmlformats.org/officeDocument/2006/relationships/image" Target="../media/image245.jpg"/><Relationship Id="rId16" Type="http://schemas.openxmlformats.org/officeDocument/2006/relationships/image" Target="../media/image246.jpg"/><Relationship Id="rId17" Type="http://schemas.openxmlformats.org/officeDocument/2006/relationships/image" Target="../media/image247.jpg"/><Relationship Id="rId18" Type="http://schemas.openxmlformats.org/officeDocument/2006/relationships/image" Target="../media/image248.jpg"/><Relationship Id="rId19" Type="http://schemas.openxmlformats.org/officeDocument/2006/relationships/image" Target="../media/image249.jpg"/><Relationship Id="rId20" Type="http://schemas.openxmlformats.org/officeDocument/2006/relationships/image" Target="../media/image250.jpg"/><Relationship Id="rId21" Type="http://schemas.openxmlformats.org/officeDocument/2006/relationships/image" Target="../media/image251.jpg"/><Relationship Id="rId22" Type="http://schemas.openxmlformats.org/officeDocument/2006/relationships/image" Target="../media/image252.jpg"/><Relationship Id="rId23" Type="http://schemas.openxmlformats.org/officeDocument/2006/relationships/image" Target="../media/image253.jpg"/><Relationship Id="rId24" Type="http://schemas.openxmlformats.org/officeDocument/2006/relationships/image" Target="../media/image254.jpg"/><Relationship Id="rId25" Type="http://schemas.openxmlformats.org/officeDocument/2006/relationships/image" Target="../media/image255.jpg"/><Relationship Id="rId26" Type="http://schemas.openxmlformats.org/officeDocument/2006/relationships/image" Target="../media/image256.jpg"/><Relationship Id="rId27" Type="http://schemas.openxmlformats.org/officeDocument/2006/relationships/image" Target="../media/image257.jpg"/><Relationship Id="rId28" Type="http://schemas.openxmlformats.org/officeDocument/2006/relationships/image" Target="../media/image258.jpg"/><Relationship Id="rId29" Type="http://schemas.openxmlformats.org/officeDocument/2006/relationships/image" Target="../media/image259.jpg"/><Relationship Id="rId30" Type="http://schemas.openxmlformats.org/officeDocument/2006/relationships/image" Target="../media/image260.jpg"/><Relationship Id="rId31" Type="http://schemas.openxmlformats.org/officeDocument/2006/relationships/image" Target="../media/image261.jpg"/><Relationship Id="rId32" Type="http://schemas.openxmlformats.org/officeDocument/2006/relationships/image" Target="../media/image262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3.jpg"/><Relationship Id="rId3" Type="http://schemas.openxmlformats.org/officeDocument/2006/relationships/image" Target="../media/image264.jpg"/><Relationship Id="rId4" Type="http://schemas.openxmlformats.org/officeDocument/2006/relationships/image" Target="../media/image265.jpg"/><Relationship Id="rId5" Type="http://schemas.openxmlformats.org/officeDocument/2006/relationships/image" Target="../media/image266.jpg"/><Relationship Id="rId6" Type="http://schemas.openxmlformats.org/officeDocument/2006/relationships/image" Target="../media/image267.jpg"/><Relationship Id="rId7" Type="http://schemas.openxmlformats.org/officeDocument/2006/relationships/image" Target="../media/image268.jpg"/><Relationship Id="rId8" Type="http://schemas.openxmlformats.org/officeDocument/2006/relationships/image" Target="../media/image269.jpg"/><Relationship Id="rId9" Type="http://schemas.openxmlformats.org/officeDocument/2006/relationships/image" Target="../media/image270.jpg"/><Relationship Id="rId10" Type="http://schemas.openxmlformats.org/officeDocument/2006/relationships/image" Target="../media/image271.jpg"/><Relationship Id="rId11" Type="http://schemas.openxmlformats.org/officeDocument/2006/relationships/image" Target="../media/image272.jpg"/><Relationship Id="rId12" Type="http://schemas.openxmlformats.org/officeDocument/2006/relationships/image" Target="../media/image273.jpg"/><Relationship Id="rId13" Type="http://schemas.openxmlformats.org/officeDocument/2006/relationships/image" Target="../media/image274.jpg"/><Relationship Id="rId14" Type="http://schemas.openxmlformats.org/officeDocument/2006/relationships/image" Target="../media/image275.jpg"/><Relationship Id="rId15" Type="http://schemas.openxmlformats.org/officeDocument/2006/relationships/image" Target="../media/image276.jpg"/><Relationship Id="rId16" Type="http://schemas.openxmlformats.org/officeDocument/2006/relationships/image" Target="../media/image277.jpg"/><Relationship Id="rId17" Type="http://schemas.openxmlformats.org/officeDocument/2006/relationships/image" Target="../media/image278.jpg"/><Relationship Id="rId18" Type="http://schemas.openxmlformats.org/officeDocument/2006/relationships/image" Target="../media/image279.jpg"/><Relationship Id="rId19" Type="http://schemas.openxmlformats.org/officeDocument/2006/relationships/image" Target="../media/image280.jpg"/><Relationship Id="rId20" Type="http://schemas.openxmlformats.org/officeDocument/2006/relationships/image" Target="../media/image281.jpg"/><Relationship Id="rId21" Type="http://schemas.openxmlformats.org/officeDocument/2006/relationships/image" Target="../media/image282.jpg"/><Relationship Id="rId22" Type="http://schemas.openxmlformats.org/officeDocument/2006/relationships/image" Target="../media/image283.jpg"/><Relationship Id="rId23" Type="http://schemas.openxmlformats.org/officeDocument/2006/relationships/image" Target="../media/image284.jpg"/><Relationship Id="rId24" Type="http://schemas.openxmlformats.org/officeDocument/2006/relationships/image" Target="../media/image285.jpg"/><Relationship Id="rId25" Type="http://schemas.openxmlformats.org/officeDocument/2006/relationships/image" Target="../media/image286.jpg"/><Relationship Id="rId26" Type="http://schemas.openxmlformats.org/officeDocument/2006/relationships/image" Target="../media/image287.jpg"/><Relationship Id="rId27" Type="http://schemas.openxmlformats.org/officeDocument/2006/relationships/image" Target="../media/image288.jpg"/><Relationship Id="rId28" Type="http://schemas.openxmlformats.org/officeDocument/2006/relationships/image" Target="../media/image289.jpg"/><Relationship Id="rId29" Type="http://schemas.openxmlformats.org/officeDocument/2006/relationships/image" Target="../media/image290.jpg"/><Relationship Id="rId30" Type="http://schemas.openxmlformats.org/officeDocument/2006/relationships/image" Target="../media/image291.jpg"/><Relationship Id="rId31" Type="http://schemas.openxmlformats.org/officeDocument/2006/relationships/image" Target="../media/image292.jpg"/><Relationship Id="rId32" Type="http://schemas.openxmlformats.org/officeDocument/2006/relationships/image" Target="../media/image293.jpg"/><Relationship Id="rId33" Type="http://schemas.openxmlformats.org/officeDocument/2006/relationships/image" Target="../media/image294.jpg"/><Relationship Id="rId34" Type="http://schemas.openxmlformats.org/officeDocument/2006/relationships/image" Target="../media/image295.jpg"/><Relationship Id="rId35" Type="http://schemas.openxmlformats.org/officeDocument/2006/relationships/image" Target="../media/image296.jpg"/><Relationship Id="rId36" Type="http://schemas.openxmlformats.org/officeDocument/2006/relationships/image" Target="../media/image297.jpg"/><Relationship Id="rId37" Type="http://schemas.openxmlformats.org/officeDocument/2006/relationships/image" Target="../media/image298.jpg"/><Relationship Id="rId38" Type="http://schemas.openxmlformats.org/officeDocument/2006/relationships/image" Target="../media/image299.jpg"/><Relationship Id="rId39" Type="http://schemas.openxmlformats.org/officeDocument/2006/relationships/image" Target="../media/image300.jpg"/><Relationship Id="rId40" Type="http://schemas.openxmlformats.org/officeDocument/2006/relationships/image" Target="../media/image301.jpg"/><Relationship Id="rId41" Type="http://schemas.openxmlformats.org/officeDocument/2006/relationships/image" Target="../media/image302.jpg"/><Relationship Id="rId42" Type="http://schemas.openxmlformats.org/officeDocument/2006/relationships/image" Target="../media/image303.jpg"/><Relationship Id="rId43" Type="http://schemas.openxmlformats.org/officeDocument/2006/relationships/image" Target="../media/image304.jpg"/><Relationship Id="rId44" Type="http://schemas.openxmlformats.org/officeDocument/2006/relationships/image" Target="../media/image305.jpg"/><Relationship Id="rId45" Type="http://schemas.openxmlformats.org/officeDocument/2006/relationships/image" Target="../media/image306.jpg"/><Relationship Id="rId46" Type="http://schemas.openxmlformats.org/officeDocument/2006/relationships/image" Target="../media/image307.jpg"/><Relationship Id="rId47" Type="http://schemas.openxmlformats.org/officeDocument/2006/relationships/image" Target="../media/image308.jpg"/><Relationship Id="rId48" Type="http://schemas.openxmlformats.org/officeDocument/2006/relationships/image" Target="../media/image309.jpg"/><Relationship Id="rId49" Type="http://schemas.openxmlformats.org/officeDocument/2006/relationships/image" Target="../media/image310.jpg"/><Relationship Id="rId50" Type="http://schemas.openxmlformats.org/officeDocument/2006/relationships/image" Target="../media/image311.jpg"/><Relationship Id="rId51" Type="http://schemas.openxmlformats.org/officeDocument/2006/relationships/image" Target="../media/image312.jpg"/><Relationship Id="rId52" Type="http://schemas.openxmlformats.org/officeDocument/2006/relationships/image" Target="../media/image313.jpg"/><Relationship Id="rId53" Type="http://schemas.openxmlformats.org/officeDocument/2006/relationships/image" Target="../media/image314.jpg"/><Relationship Id="rId54" Type="http://schemas.openxmlformats.org/officeDocument/2006/relationships/image" Target="../media/image315.jpg"/><Relationship Id="rId55" Type="http://schemas.openxmlformats.org/officeDocument/2006/relationships/image" Target="../media/image316.jpg"/><Relationship Id="rId56" Type="http://schemas.openxmlformats.org/officeDocument/2006/relationships/image" Target="../media/image317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318.jpg"/><Relationship Id="rId4" Type="http://schemas.openxmlformats.org/officeDocument/2006/relationships/image" Target="../media/image20.jpg"/><Relationship Id="rId5" Type="http://schemas.openxmlformats.org/officeDocument/2006/relationships/image" Target="../media/image319.jpg"/><Relationship Id="rId6" Type="http://schemas.openxmlformats.org/officeDocument/2006/relationships/image" Target="../media/image320.jpg"/><Relationship Id="rId7" Type="http://schemas.openxmlformats.org/officeDocument/2006/relationships/image" Target="../media/image321.jpg"/><Relationship Id="rId8" Type="http://schemas.openxmlformats.org/officeDocument/2006/relationships/image" Target="../media/image322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3.jpg"/><Relationship Id="rId3" Type="http://schemas.openxmlformats.org/officeDocument/2006/relationships/image" Target="../media/image324.jpg"/><Relationship Id="rId4" Type="http://schemas.openxmlformats.org/officeDocument/2006/relationships/image" Target="../media/image325.jpg"/><Relationship Id="rId5" Type="http://schemas.openxmlformats.org/officeDocument/2006/relationships/image" Target="../media/image326.jpg"/><Relationship Id="rId6" Type="http://schemas.openxmlformats.org/officeDocument/2006/relationships/image" Target="../media/image327.jpg"/><Relationship Id="rId7" Type="http://schemas.openxmlformats.org/officeDocument/2006/relationships/image" Target="../media/image328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9.jpg"/><Relationship Id="rId3" Type="http://schemas.openxmlformats.org/officeDocument/2006/relationships/image" Target="../media/image330.jpg"/><Relationship Id="rId4" Type="http://schemas.openxmlformats.org/officeDocument/2006/relationships/image" Target="../media/image331.jpg"/><Relationship Id="rId5" Type="http://schemas.openxmlformats.org/officeDocument/2006/relationships/image" Target="../media/image332.jpg"/><Relationship Id="rId6" Type="http://schemas.openxmlformats.org/officeDocument/2006/relationships/image" Target="../media/image333.jpg"/><Relationship Id="rId7" Type="http://schemas.openxmlformats.org/officeDocument/2006/relationships/image" Target="../media/image334.jpg"/><Relationship Id="rId8" Type="http://schemas.openxmlformats.org/officeDocument/2006/relationships/image" Target="../media/image335.jpg"/><Relationship Id="rId9" Type="http://schemas.openxmlformats.org/officeDocument/2006/relationships/image" Target="../media/image336.jpg"/><Relationship Id="rId10" Type="http://schemas.openxmlformats.org/officeDocument/2006/relationships/image" Target="../media/image337.jpg"/><Relationship Id="rId11" Type="http://schemas.openxmlformats.org/officeDocument/2006/relationships/image" Target="../media/image213.jpg"/><Relationship Id="rId12" Type="http://schemas.openxmlformats.org/officeDocument/2006/relationships/image" Target="../media/image338.jpg"/><Relationship Id="rId13" Type="http://schemas.openxmlformats.org/officeDocument/2006/relationships/image" Target="../media/image339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0.jpg"/><Relationship Id="rId3" Type="http://schemas.openxmlformats.org/officeDocument/2006/relationships/image" Target="../media/image341.jpg"/><Relationship Id="rId4" Type="http://schemas.openxmlformats.org/officeDocument/2006/relationships/image" Target="../media/image342.jpg"/><Relationship Id="rId5" Type="http://schemas.openxmlformats.org/officeDocument/2006/relationships/image" Target="../media/image343.jpg"/><Relationship Id="rId6" Type="http://schemas.openxmlformats.org/officeDocument/2006/relationships/image" Target="../media/image344.jpg"/><Relationship Id="rId7" Type="http://schemas.openxmlformats.org/officeDocument/2006/relationships/image" Target="../media/image345.jpg"/><Relationship Id="rId8" Type="http://schemas.openxmlformats.org/officeDocument/2006/relationships/image" Target="../media/image346.jpg"/><Relationship Id="rId9" Type="http://schemas.openxmlformats.org/officeDocument/2006/relationships/image" Target="../media/image347.jpg"/><Relationship Id="rId10" Type="http://schemas.openxmlformats.org/officeDocument/2006/relationships/image" Target="../media/image348.jpg"/><Relationship Id="rId11" Type="http://schemas.openxmlformats.org/officeDocument/2006/relationships/image" Target="../media/image349.jpg"/><Relationship Id="rId12" Type="http://schemas.openxmlformats.org/officeDocument/2006/relationships/image" Target="../media/image350.jpg"/><Relationship Id="rId13" Type="http://schemas.openxmlformats.org/officeDocument/2006/relationships/image" Target="../media/image351.jpg"/><Relationship Id="rId14" Type="http://schemas.openxmlformats.org/officeDocument/2006/relationships/image" Target="../media/image352.jpg"/><Relationship Id="rId15" Type="http://schemas.openxmlformats.org/officeDocument/2006/relationships/image" Target="../media/image353.jpg"/><Relationship Id="rId16" Type="http://schemas.openxmlformats.org/officeDocument/2006/relationships/image" Target="../media/image354.jpg"/><Relationship Id="rId17" Type="http://schemas.openxmlformats.org/officeDocument/2006/relationships/image" Target="../media/image355.jpg"/><Relationship Id="rId18" Type="http://schemas.openxmlformats.org/officeDocument/2006/relationships/image" Target="../media/image356.jpg"/><Relationship Id="rId19" Type="http://schemas.openxmlformats.org/officeDocument/2006/relationships/image" Target="../media/image357.jpg"/><Relationship Id="rId20" Type="http://schemas.openxmlformats.org/officeDocument/2006/relationships/image" Target="../media/image358.jpg"/><Relationship Id="rId21" Type="http://schemas.openxmlformats.org/officeDocument/2006/relationships/image" Target="../media/image359.jpg"/><Relationship Id="rId22" Type="http://schemas.openxmlformats.org/officeDocument/2006/relationships/image" Target="../media/image360.jpg"/><Relationship Id="rId23" Type="http://schemas.openxmlformats.org/officeDocument/2006/relationships/image" Target="../media/image361.jpg"/><Relationship Id="rId24" Type="http://schemas.openxmlformats.org/officeDocument/2006/relationships/image" Target="../media/image362.jpg"/><Relationship Id="rId25" Type="http://schemas.openxmlformats.org/officeDocument/2006/relationships/image" Target="../media/image363.jpg"/><Relationship Id="rId26" Type="http://schemas.openxmlformats.org/officeDocument/2006/relationships/image" Target="../media/image364.jpg"/><Relationship Id="rId27" Type="http://schemas.openxmlformats.org/officeDocument/2006/relationships/image" Target="../media/image365.jpg"/><Relationship Id="rId28" Type="http://schemas.openxmlformats.org/officeDocument/2006/relationships/image" Target="../media/image366.jpg"/><Relationship Id="rId29" Type="http://schemas.openxmlformats.org/officeDocument/2006/relationships/image" Target="../media/image367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8.jpg"/><Relationship Id="rId3" Type="http://schemas.openxmlformats.org/officeDocument/2006/relationships/image" Target="../media/image369.jpg"/><Relationship Id="rId4" Type="http://schemas.openxmlformats.org/officeDocument/2006/relationships/image" Target="../media/image30.jpg"/><Relationship Id="rId5" Type="http://schemas.openxmlformats.org/officeDocument/2006/relationships/image" Target="../media/image370.jpg"/><Relationship Id="rId6" Type="http://schemas.openxmlformats.org/officeDocument/2006/relationships/image" Target="../media/image371.jpg"/><Relationship Id="rId7" Type="http://schemas.openxmlformats.org/officeDocument/2006/relationships/image" Target="../media/image372.jpg"/><Relationship Id="rId8" Type="http://schemas.openxmlformats.org/officeDocument/2006/relationships/image" Target="../media/image75.jpg"/><Relationship Id="rId9" Type="http://schemas.openxmlformats.org/officeDocument/2006/relationships/image" Target="../media/image220.jpg"/><Relationship Id="rId10" Type="http://schemas.openxmlformats.org/officeDocument/2006/relationships/image" Target="../media/image373.jpg"/><Relationship Id="rId11" Type="http://schemas.openxmlformats.org/officeDocument/2006/relationships/image" Target="../media/image374.jpg"/><Relationship Id="rId12" Type="http://schemas.openxmlformats.org/officeDocument/2006/relationships/image" Target="../media/image375.jpg"/><Relationship Id="rId13" Type="http://schemas.openxmlformats.org/officeDocument/2006/relationships/image" Target="../media/image376.jpg"/><Relationship Id="rId14" Type="http://schemas.openxmlformats.org/officeDocument/2006/relationships/image" Target="../media/image377.jpg"/><Relationship Id="rId15" Type="http://schemas.openxmlformats.org/officeDocument/2006/relationships/image" Target="../media/image378.jpg"/><Relationship Id="rId16" Type="http://schemas.openxmlformats.org/officeDocument/2006/relationships/image" Target="../media/image379.jpg"/><Relationship Id="rId17" Type="http://schemas.openxmlformats.org/officeDocument/2006/relationships/image" Target="../media/image380.jpg"/><Relationship Id="rId18" Type="http://schemas.openxmlformats.org/officeDocument/2006/relationships/image" Target="../media/image381.jpg"/><Relationship Id="rId19" Type="http://schemas.openxmlformats.org/officeDocument/2006/relationships/image" Target="../media/image213.jpg"/><Relationship Id="rId20" Type="http://schemas.openxmlformats.org/officeDocument/2006/relationships/image" Target="../media/image382.jpg"/><Relationship Id="rId21" Type="http://schemas.openxmlformats.org/officeDocument/2006/relationships/image" Target="../media/image28.jpg"/><Relationship Id="rId22" Type="http://schemas.openxmlformats.org/officeDocument/2006/relationships/image" Target="../media/image383.jpg"/><Relationship Id="rId23" Type="http://schemas.openxmlformats.org/officeDocument/2006/relationships/image" Target="../media/image384.jpg"/><Relationship Id="rId24" Type="http://schemas.openxmlformats.org/officeDocument/2006/relationships/image" Target="../media/image385.jpg"/><Relationship Id="rId25" Type="http://schemas.openxmlformats.org/officeDocument/2006/relationships/image" Target="../media/image386.jpg"/><Relationship Id="rId26" Type="http://schemas.openxmlformats.org/officeDocument/2006/relationships/image" Target="../media/image387.jpg"/><Relationship Id="rId27" Type="http://schemas.openxmlformats.org/officeDocument/2006/relationships/image" Target="../media/image388.jpg"/><Relationship Id="rId28" Type="http://schemas.openxmlformats.org/officeDocument/2006/relationships/image" Target="../media/image389.jpg"/><Relationship Id="rId29" Type="http://schemas.openxmlformats.org/officeDocument/2006/relationships/image" Target="../media/image390.jpg"/><Relationship Id="rId30" Type="http://schemas.openxmlformats.org/officeDocument/2006/relationships/image" Target="../media/image391.jpg"/><Relationship Id="rId31" Type="http://schemas.openxmlformats.org/officeDocument/2006/relationships/image" Target="../media/image392.jpg"/><Relationship Id="rId32" Type="http://schemas.openxmlformats.org/officeDocument/2006/relationships/image" Target="../media/image393.jpg"/><Relationship Id="rId33" Type="http://schemas.openxmlformats.org/officeDocument/2006/relationships/image" Target="../media/image394.jpg"/><Relationship Id="rId34" Type="http://schemas.openxmlformats.org/officeDocument/2006/relationships/image" Target="../media/image395.jpg"/><Relationship Id="rId35" Type="http://schemas.openxmlformats.org/officeDocument/2006/relationships/image" Target="../media/image396.jpg"/><Relationship Id="rId36" Type="http://schemas.openxmlformats.org/officeDocument/2006/relationships/image" Target="../media/image397.jpg"/><Relationship Id="rId37" Type="http://schemas.openxmlformats.org/officeDocument/2006/relationships/image" Target="../media/image398.jpg"/><Relationship Id="rId38" Type="http://schemas.openxmlformats.org/officeDocument/2006/relationships/image" Target="../media/image399.jpg"/><Relationship Id="rId39" Type="http://schemas.openxmlformats.org/officeDocument/2006/relationships/image" Target="../media/image400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1.jpg"/><Relationship Id="rId3" Type="http://schemas.openxmlformats.org/officeDocument/2006/relationships/image" Target="../media/image402.jpg"/><Relationship Id="rId4" Type="http://schemas.openxmlformats.org/officeDocument/2006/relationships/image" Target="../media/image403.jpg"/><Relationship Id="rId5" Type="http://schemas.openxmlformats.org/officeDocument/2006/relationships/image" Target="../media/image404.jpg"/><Relationship Id="rId6" Type="http://schemas.openxmlformats.org/officeDocument/2006/relationships/image" Target="../media/image405.jpg"/><Relationship Id="rId7" Type="http://schemas.openxmlformats.org/officeDocument/2006/relationships/image" Target="../media/image26.jpg"/><Relationship Id="rId8" Type="http://schemas.openxmlformats.org/officeDocument/2006/relationships/image" Target="../media/image406.jpg"/><Relationship Id="rId9" Type="http://schemas.openxmlformats.org/officeDocument/2006/relationships/image" Target="../media/image28.jpg"/><Relationship Id="rId10" Type="http://schemas.openxmlformats.org/officeDocument/2006/relationships/image" Target="../media/image407.jpg"/><Relationship Id="rId11" Type="http://schemas.openxmlformats.org/officeDocument/2006/relationships/image" Target="../media/image384.jpg"/><Relationship Id="rId12" Type="http://schemas.openxmlformats.org/officeDocument/2006/relationships/image" Target="../media/image408.jpg"/><Relationship Id="rId13" Type="http://schemas.openxmlformats.org/officeDocument/2006/relationships/image" Target="../media/image409.jpg"/><Relationship Id="rId14" Type="http://schemas.openxmlformats.org/officeDocument/2006/relationships/image" Target="../media/image410.jpg"/><Relationship Id="rId15" Type="http://schemas.openxmlformats.org/officeDocument/2006/relationships/image" Target="../media/image411.jpg"/><Relationship Id="rId16" Type="http://schemas.openxmlformats.org/officeDocument/2006/relationships/image" Target="../media/image412.jpg"/><Relationship Id="rId17" Type="http://schemas.openxmlformats.org/officeDocument/2006/relationships/image" Target="../media/image413.jpg"/><Relationship Id="rId18" Type="http://schemas.openxmlformats.org/officeDocument/2006/relationships/image" Target="../media/image414.jpg"/><Relationship Id="rId19" Type="http://schemas.openxmlformats.org/officeDocument/2006/relationships/image" Target="../media/image415.jpg"/><Relationship Id="rId20" Type="http://schemas.openxmlformats.org/officeDocument/2006/relationships/image" Target="../media/image416.jpg"/><Relationship Id="rId21" Type="http://schemas.openxmlformats.org/officeDocument/2006/relationships/image" Target="../media/image417.jpg"/><Relationship Id="rId22" Type="http://schemas.openxmlformats.org/officeDocument/2006/relationships/image" Target="../media/image418.jpg"/><Relationship Id="rId23" Type="http://schemas.openxmlformats.org/officeDocument/2006/relationships/image" Target="../media/image419.jpg"/><Relationship Id="rId24" Type="http://schemas.openxmlformats.org/officeDocument/2006/relationships/image" Target="../media/image420.jpg"/><Relationship Id="rId25" Type="http://schemas.openxmlformats.org/officeDocument/2006/relationships/image" Target="../media/image421.jpg"/><Relationship Id="rId26" Type="http://schemas.openxmlformats.org/officeDocument/2006/relationships/image" Target="../media/image422.jpg"/><Relationship Id="rId27" Type="http://schemas.openxmlformats.org/officeDocument/2006/relationships/image" Target="../media/image423.jpg"/><Relationship Id="rId28" Type="http://schemas.openxmlformats.org/officeDocument/2006/relationships/image" Target="../media/image424.jpg"/><Relationship Id="rId29" Type="http://schemas.openxmlformats.org/officeDocument/2006/relationships/image" Target="../media/image425.jpg"/><Relationship Id="rId30" Type="http://schemas.openxmlformats.org/officeDocument/2006/relationships/image" Target="../media/image426.jpg"/><Relationship Id="rId31" Type="http://schemas.openxmlformats.org/officeDocument/2006/relationships/image" Target="../media/image427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8.jpg"/><Relationship Id="rId3" Type="http://schemas.openxmlformats.org/officeDocument/2006/relationships/image" Target="../media/image429.jpg"/><Relationship Id="rId4" Type="http://schemas.openxmlformats.org/officeDocument/2006/relationships/image" Target="../media/image430.jpg"/><Relationship Id="rId5" Type="http://schemas.openxmlformats.org/officeDocument/2006/relationships/image" Target="../media/image431.jpg"/><Relationship Id="rId6" Type="http://schemas.openxmlformats.org/officeDocument/2006/relationships/image" Target="../media/image432.jpg"/><Relationship Id="rId7" Type="http://schemas.openxmlformats.org/officeDocument/2006/relationships/image" Target="../media/image433.jpg"/><Relationship Id="rId8" Type="http://schemas.openxmlformats.org/officeDocument/2006/relationships/image" Target="../media/image434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435.jpg"/><Relationship Id="rId4" Type="http://schemas.openxmlformats.org/officeDocument/2006/relationships/image" Target="../media/image20.jpg"/><Relationship Id="rId5" Type="http://schemas.openxmlformats.org/officeDocument/2006/relationships/image" Target="../media/image436.jpg"/><Relationship Id="rId6" Type="http://schemas.openxmlformats.org/officeDocument/2006/relationships/image" Target="../media/image437.jpg"/><Relationship Id="rId7" Type="http://schemas.openxmlformats.org/officeDocument/2006/relationships/image" Target="../media/image438.jpg"/><Relationship Id="rId8" Type="http://schemas.openxmlformats.org/officeDocument/2006/relationships/image" Target="../media/image439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0.jpg"/><Relationship Id="rId3" Type="http://schemas.openxmlformats.org/officeDocument/2006/relationships/image" Target="../media/image441.jpg"/><Relationship Id="rId4" Type="http://schemas.openxmlformats.org/officeDocument/2006/relationships/image" Target="../media/image442.jpg"/><Relationship Id="rId5" Type="http://schemas.openxmlformats.org/officeDocument/2006/relationships/image" Target="../media/image443.jpg"/><Relationship Id="rId6" Type="http://schemas.openxmlformats.org/officeDocument/2006/relationships/image" Target="../media/image444.jpg"/><Relationship Id="rId7" Type="http://schemas.openxmlformats.org/officeDocument/2006/relationships/image" Target="../media/image445.jpg"/><Relationship Id="rId8" Type="http://schemas.openxmlformats.org/officeDocument/2006/relationships/image" Target="../media/image446.jpg"/><Relationship Id="rId9" Type="http://schemas.openxmlformats.org/officeDocument/2006/relationships/image" Target="../media/image447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8.jpg"/><Relationship Id="rId3" Type="http://schemas.openxmlformats.org/officeDocument/2006/relationships/image" Target="../media/image449.jpg"/><Relationship Id="rId4" Type="http://schemas.openxmlformats.org/officeDocument/2006/relationships/image" Target="../media/image450.jpg"/><Relationship Id="rId5" Type="http://schemas.openxmlformats.org/officeDocument/2006/relationships/image" Target="../media/image451.jpg"/><Relationship Id="rId6" Type="http://schemas.openxmlformats.org/officeDocument/2006/relationships/image" Target="../media/image452.jpg"/><Relationship Id="rId7" Type="http://schemas.openxmlformats.org/officeDocument/2006/relationships/image" Target="../media/image453.jpg"/><Relationship Id="rId8" Type="http://schemas.openxmlformats.org/officeDocument/2006/relationships/image" Target="../media/image454.jpg"/><Relationship Id="rId9" Type="http://schemas.openxmlformats.org/officeDocument/2006/relationships/image" Target="../media/image455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6.jpg"/><Relationship Id="rId3" Type="http://schemas.openxmlformats.org/officeDocument/2006/relationships/image" Target="../media/image457.jpg"/><Relationship Id="rId4" Type="http://schemas.openxmlformats.org/officeDocument/2006/relationships/image" Target="../media/image458.jpg"/><Relationship Id="rId5" Type="http://schemas.openxmlformats.org/officeDocument/2006/relationships/image" Target="../media/image45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0.jpg"/><Relationship Id="rId3" Type="http://schemas.openxmlformats.org/officeDocument/2006/relationships/image" Target="../media/image461.jpg"/><Relationship Id="rId4" Type="http://schemas.openxmlformats.org/officeDocument/2006/relationships/image" Target="../media/image462.jpg"/><Relationship Id="rId5" Type="http://schemas.openxmlformats.org/officeDocument/2006/relationships/image" Target="../media/image459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3.jpg"/><Relationship Id="rId3" Type="http://schemas.openxmlformats.org/officeDocument/2006/relationships/image" Target="../media/image464.jpg"/><Relationship Id="rId4" Type="http://schemas.openxmlformats.org/officeDocument/2006/relationships/image" Target="../media/image465.jpg"/><Relationship Id="rId5" Type="http://schemas.openxmlformats.org/officeDocument/2006/relationships/image" Target="../media/image466.jpg"/><Relationship Id="rId6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9450" y="0"/>
            <a:ext cx="3892550" cy="6121400"/>
          </a:xfrm>
          <a:prstGeom prst="rect">
            <a:avLst/>
          </a:prstGeom>
        </p:spPr>
      </p:pic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7400" y="1371600"/>
            <a:ext cx="3568700" cy="4013200"/>
          </a:xfrm>
          <a:prstGeom prst="rect">
            <a:avLst/>
          </a:prstGeom>
        </p:spPr>
      </p:pic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900" y="1181100"/>
            <a:ext cx="7061200" cy="1657350"/>
          </a:xfrm>
          <a:prstGeom prst="rect">
            <a:avLst/>
          </a:prstGeom>
        </p:spPr>
      </p:pic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900" y="2946400"/>
            <a:ext cx="965200" cy="114300"/>
          </a:xfrm>
          <a:prstGeom prst="rect">
            <a:avLst/>
          </a:prstGeom>
        </p:spPr>
      </p:pic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0900" y="3263900"/>
            <a:ext cx="6934200" cy="584200"/>
          </a:xfrm>
          <a:prstGeom prst="rect">
            <a:avLst/>
          </a:prstGeom>
        </p:spPr>
      </p:pic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0900" y="4279900"/>
            <a:ext cx="3378200" cy="800100"/>
          </a:xfrm>
          <a:prstGeom prst="rect">
            <a:avLst/>
          </a:prstGeom>
        </p:spPr>
      </p:pic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06900" y="4279900"/>
            <a:ext cx="3378200" cy="800100"/>
          </a:xfrm>
          <a:prstGeom prst="rect">
            <a:avLst/>
          </a:prstGeom>
        </p:spPr>
      </p:pic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0900" y="5549900"/>
            <a:ext cx="5791200" cy="292100"/>
          </a:xfrm>
          <a:prstGeom prst="rect">
            <a:avLst/>
          </a:prstGeom>
        </p:spPr>
      </p:pic>
      <p:pic>
        <p:nvPicPr>
          <p:cNvPr id="11" name="Picture 10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99450" y="5308600"/>
            <a:ext cx="3892550" cy="15494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8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5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5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nodeType="with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5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nodeType="withEffect">
                                  <p:stCondLst>
                                    <p:cond delay="176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100" y="1727200"/>
            <a:ext cx="5359400" cy="1282700"/>
          </a:xfrm>
          <a:prstGeom prst="rect">
            <a:avLst/>
          </a:prstGeom>
        </p:spPr>
      </p:pic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9500" y="1727200"/>
            <a:ext cx="5359400" cy="1282700"/>
          </a:xfrm>
          <a:prstGeom prst="rect">
            <a:avLst/>
          </a:prstGeom>
        </p:spPr>
      </p:pic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100" y="3187700"/>
            <a:ext cx="5359400" cy="1282700"/>
          </a:xfrm>
          <a:prstGeom prst="rect">
            <a:avLst/>
          </a:prstGeom>
        </p:spPr>
      </p:pic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59500" y="3187700"/>
            <a:ext cx="5359400" cy="1282700"/>
          </a:xfrm>
          <a:prstGeom prst="rect">
            <a:avLst/>
          </a:prstGeom>
        </p:spPr>
      </p:pic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3100" y="4648200"/>
            <a:ext cx="5359400" cy="1282700"/>
          </a:xfrm>
          <a:prstGeom prst="rect">
            <a:avLst/>
          </a:prstGeom>
        </p:spPr>
      </p:pic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59500" y="4648200"/>
            <a:ext cx="5359400" cy="12827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5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5900" y="1549400"/>
            <a:ext cx="3886200" cy="2616200"/>
          </a:xfrm>
          <a:prstGeom prst="rect">
            <a:avLst/>
          </a:prstGeom>
        </p:spPr>
      </p:pic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5900" y="2692400"/>
            <a:ext cx="838200" cy="127000"/>
          </a:xfrm>
          <a:prstGeom prst="rect">
            <a:avLst/>
          </a:prstGeom>
        </p:spPr>
      </p:pic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85900" y="2882900"/>
            <a:ext cx="8331200" cy="666750"/>
          </a:xfrm>
          <a:prstGeom prst="rect">
            <a:avLst/>
          </a:prstGeom>
        </p:spPr>
      </p:pic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85900" y="3771900"/>
            <a:ext cx="7696200" cy="323850"/>
          </a:xfrm>
          <a:prstGeom prst="rect">
            <a:avLst/>
          </a:prstGeom>
        </p:spPr>
      </p:pic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85900" y="4064000"/>
            <a:ext cx="7696200" cy="323850"/>
          </a:xfrm>
          <a:prstGeom prst="rect">
            <a:avLst/>
          </a:prstGeom>
        </p:spPr>
      </p:pic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85900" y="4356100"/>
            <a:ext cx="7696200" cy="32385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5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5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2400" y="1371600"/>
            <a:ext cx="215900" cy="215900"/>
          </a:xfrm>
          <a:prstGeom prst="rect">
            <a:avLst/>
          </a:prstGeom>
        </p:spPr>
      </p:pic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5600" y="1320800"/>
            <a:ext cx="2616200" cy="279400"/>
          </a:xfrm>
          <a:prstGeom prst="rect">
            <a:avLst/>
          </a:prstGeom>
        </p:spPr>
      </p:pic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6000" y="1371600"/>
            <a:ext cx="215900" cy="215900"/>
          </a:xfrm>
          <a:prstGeom prst="rect">
            <a:avLst/>
          </a:prstGeom>
        </p:spPr>
      </p:pic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59200" y="1320800"/>
            <a:ext cx="2616200" cy="279400"/>
          </a:xfrm>
          <a:prstGeom prst="rect">
            <a:avLst/>
          </a:prstGeom>
        </p:spPr>
      </p:pic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0900" y="5003800"/>
            <a:ext cx="584200" cy="279400"/>
          </a:xfrm>
          <a:prstGeom prst="rect">
            <a:avLst/>
          </a:prstGeom>
        </p:spPr>
      </p:pic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0900" y="4178300"/>
            <a:ext cx="584200" cy="279400"/>
          </a:xfrm>
          <a:prstGeom prst="rect">
            <a:avLst/>
          </a:prstGeom>
        </p:spPr>
      </p:pic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0900" y="3352800"/>
            <a:ext cx="584200" cy="279400"/>
          </a:xfrm>
          <a:prstGeom prst="rect">
            <a:avLst/>
          </a:prstGeom>
        </p:spPr>
      </p:pic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0900" y="2527300"/>
            <a:ext cx="584200" cy="279400"/>
          </a:xfrm>
          <a:prstGeom prst="rect">
            <a:avLst/>
          </a:prstGeom>
        </p:spPr>
      </p:pic>
      <p:pic>
        <p:nvPicPr>
          <p:cNvPr id="11" name="Picture 10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0900" y="1701800"/>
            <a:ext cx="584200" cy="279400"/>
          </a:xfrm>
          <a:prstGeom prst="rect">
            <a:avLst/>
          </a:prstGeom>
        </p:spPr>
      </p:pic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422400" y="5105400"/>
            <a:ext cx="6426200" cy="95250"/>
          </a:xfrm>
          <a:prstGeom prst="rect">
            <a:avLst/>
          </a:prstGeom>
        </p:spPr>
      </p:pic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568450" y="3060700"/>
            <a:ext cx="431800" cy="2120900"/>
          </a:xfrm>
          <a:prstGeom prst="rect">
            <a:avLst/>
          </a:prstGeom>
        </p:spPr>
      </p:pic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441450" y="2844800"/>
            <a:ext cx="685800" cy="279400"/>
          </a:xfrm>
          <a:prstGeom prst="rect">
            <a:avLst/>
          </a:prstGeom>
        </p:spPr>
      </p:pic>
      <p:pic>
        <p:nvPicPr>
          <p:cNvPr id="15" name="Picture 14" descr="image.jp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974850" y="2019300"/>
            <a:ext cx="431800" cy="3162300"/>
          </a:xfrm>
          <a:prstGeom prst="rect">
            <a:avLst/>
          </a:prstGeom>
        </p:spPr>
      </p:pic>
      <p:pic>
        <p:nvPicPr>
          <p:cNvPr id="16" name="Picture 15" descr="image.jp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847850" y="1803400"/>
            <a:ext cx="685800" cy="279400"/>
          </a:xfrm>
          <a:prstGeom prst="rect">
            <a:avLst/>
          </a:prstGeom>
        </p:spPr>
      </p:pic>
      <p:pic>
        <p:nvPicPr>
          <p:cNvPr id="17" name="Picture 16" descr="image.jp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422400" y="5168900"/>
            <a:ext cx="1136650" cy="254000"/>
          </a:xfrm>
          <a:prstGeom prst="rect">
            <a:avLst/>
          </a:prstGeom>
        </p:spPr>
      </p:pic>
      <p:pic>
        <p:nvPicPr>
          <p:cNvPr id="18" name="Picture 17" descr="image.jp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628900" y="3187700"/>
            <a:ext cx="431800" cy="1993900"/>
          </a:xfrm>
          <a:prstGeom prst="rect">
            <a:avLst/>
          </a:prstGeom>
        </p:spPr>
      </p:pic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501900" y="2971800"/>
            <a:ext cx="685800" cy="279400"/>
          </a:xfrm>
          <a:prstGeom prst="rect">
            <a:avLst/>
          </a:prstGeom>
        </p:spPr>
      </p:pic>
      <p:pic>
        <p:nvPicPr>
          <p:cNvPr id="20" name="Picture 19" descr="image.jp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035300" y="3968750"/>
            <a:ext cx="431800" cy="1212850"/>
          </a:xfrm>
          <a:prstGeom prst="rect">
            <a:avLst/>
          </a:prstGeom>
        </p:spPr>
      </p:pic>
      <p:pic>
        <p:nvPicPr>
          <p:cNvPr id="21" name="Picture 20" descr="image.jp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908300" y="3752850"/>
            <a:ext cx="685800" cy="279400"/>
          </a:xfrm>
          <a:prstGeom prst="rect">
            <a:avLst/>
          </a:prstGeom>
        </p:spPr>
      </p:pic>
      <p:pic>
        <p:nvPicPr>
          <p:cNvPr id="22" name="Picture 21" descr="image.jp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482850" y="5168900"/>
            <a:ext cx="1136650" cy="254000"/>
          </a:xfrm>
          <a:prstGeom prst="rect">
            <a:avLst/>
          </a:prstGeom>
        </p:spPr>
      </p:pic>
      <p:pic>
        <p:nvPicPr>
          <p:cNvPr id="23" name="Picture 22" descr="image.jp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689350" y="3517900"/>
            <a:ext cx="431800" cy="1663700"/>
          </a:xfrm>
          <a:prstGeom prst="rect">
            <a:avLst/>
          </a:prstGeom>
        </p:spPr>
      </p:pic>
      <p:pic>
        <p:nvPicPr>
          <p:cNvPr id="24" name="Picture 23" descr="image.jp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3562350" y="3302000"/>
            <a:ext cx="685800" cy="279400"/>
          </a:xfrm>
          <a:prstGeom prst="rect">
            <a:avLst/>
          </a:prstGeom>
        </p:spPr>
      </p:pic>
      <p:pic>
        <p:nvPicPr>
          <p:cNvPr id="25" name="Picture 24" descr="image.jp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095750" y="3568700"/>
            <a:ext cx="431800" cy="1612900"/>
          </a:xfrm>
          <a:prstGeom prst="rect">
            <a:avLst/>
          </a:prstGeom>
        </p:spPr>
      </p:pic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3968750" y="3352800"/>
            <a:ext cx="685800" cy="279400"/>
          </a:xfrm>
          <a:prstGeom prst="rect">
            <a:avLst/>
          </a:prstGeom>
        </p:spPr>
      </p:pic>
      <p:pic>
        <p:nvPicPr>
          <p:cNvPr id="27" name="Picture 26" descr="image.jp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3536950" y="5168900"/>
            <a:ext cx="1136650" cy="254000"/>
          </a:xfrm>
          <a:prstGeom prst="rect">
            <a:avLst/>
          </a:prstGeom>
        </p:spPr>
      </p:pic>
      <p:pic>
        <p:nvPicPr>
          <p:cNvPr id="28" name="Picture 27" descr="image.jp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4743450" y="3898900"/>
            <a:ext cx="431800" cy="1282700"/>
          </a:xfrm>
          <a:prstGeom prst="rect">
            <a:avLst/>
          </a:prstGeom>
        </p:spPr>
      </p:pic>
      <p:pic>
        <p:nvPicPr>
          <p:cNvPr id="29" name="Picture 28" descr="image.jp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4616450" y="3683000"/>
            <a:ext cx="685800" cy="279400"/>
          </a:xfrm>
          <a:prstGeom prst="rect">
            <a:avLst/>
          </a:prstGeom>
        </p:spPr>
      </p:pic>
      <p:pic>
        <p:nvPicPr>
          <p:cNvPr id="30" name="Picture 29" descr="image.jp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5149850" y="4425950"/>
            <a:ext cx="431800" cy="755650"/>
          </a:xfrm>
          <a:prstGeom prst="rect">
            <a:avLst/>
          </a:prstGeom>
        </p:spPr>
      </p:pic>
      <p:pic>
        <p:nvPicPr>
          <p:cNvPr id="31" name="Picture 30" descr="image.jp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5022850" y="4210050"/>
            <a:ext cx="685800" cy="279400"/>
          </a:xfrm>
          <a:prstGeom prst="rect">
            <a:avLst/>
          </a:prstGeom>
        </p:spPr>
      </p:pic>
      <p:pic>
        <p:nvPicPr>
          <p:cNvPr id="32" name="Picture 31" descr="image.jp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4597400" y="5168900"/>
            <a:ext cx="1136650" cy="254000"/>
          </a:xfrm>
          <a:prstGeom prst="rect">
            <a:avLst/>
          </a:prstGeom>
        </p:spPr>
      </p:pic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5803900" y="4298950"/>
            <a:ext cx="431800" cy="882650"/>
          </a:xfrm>
          <a:prstGeom prst="rect">
            <a:avLst/>
          </a:prstGeom>
        </p:spPr>
      </p:pic>
      <p:pic>
        <p:nvPicPr>
          <p:cNvPr id="34" name="Picture 33" descr="image.jp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5676900" y="4083050"/>
            <a:ext cx="685800" cy="279400"/>
          </a:xfrm>
          <a:prstGeom prst="rect">
            <a:avLst/>
          </a:prstGeom>
        </p:spPr>
      </p:pic>
      <p:pic>
        <p:nvPicPr>
          <p:cNvPr id="35" name="Picture 34" descr="image.jp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6210300" y="3981450"/>
            <a:ext cx="431800" cy="1200150"/>
          </a:xfrm>
          <a:prstGeom prst="rect">
            <a:avLst/>
          </a:prstGeom>
        </p:spPr>
      </p:pic>
      <p:pic>
        <p:nvPicPr>
          <p:cNvPr id="36" name="Picture 35" descr="image.jp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6083300" y="3765550"/>
            <a:ext cx="685800" cy="279400"/>
          </a:xfrm>
          <a:prstGeom prst="rect">
            <a:avLst/>
          </a:prstGeom>
        </p:spPr>
      </p:pic>
      <p:pic>
        <p:nvPicPr>
          <p:cNvPr id="37" name="Picture 36" descr="image.jpg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5657850" y="5168900"/>
            <a:ext cx="1136650" cy="254000"/>
          </a:xfrm>
          <a:prstGeom prst="rect">
            <a:avLst/>
          </a:prstGeom>
        </p:spPr>
      </p:pic>
      <p:pic>
        <p:nvPicPr>
          <p:cNvPr id="38" name="Picture 37" descr="image.jpg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6864350" y="4394200"/>
            <a:ext cx="431800" cy="787400"/>
          </a:xfrm>
          <a:prstGeom prst="rect">
            <a:avLst/>
          </a:prstGeom>
        </p:spPr>
      </p:pic>
      <p:pic>
        <p:nvPicPr>
          <p:cNvPr id="39" name="Picture 38" descr="image.jpg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6737350" y="4178300"/>
            <a:ext cx="685800" cy="279400"/>
          </a:xfrm>
          <a:prstGeom prst="rect">
            <a:avLst/>
          </a:prstGeom>
        </p:spPr>
      </p:pic>
      <p:pic>
        <p:nvPicPr>
          <p:cNvPr id="40" name="Picture 39" descr="image.jpg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7270750" y="3816350"/>
            <a:ext cx="431800" cy="1365250"/>
          </a:xfrm>
          <a:prstGeom prst="rect">
            <a:avLst/>
          </a:prstGeom>
        </p:spPr>
      </p:pic>
      <p:pic>
        <p:nvPicPr>
          <p:cNvPr id="41" name="Picture 40" descr="image.jpg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7143750" y="3600450"/>
            <a:ext cx="685800" cy="279400"/>
          </a:xfrm>
          <a:prstGeom prst="rect">
            <a:avLst/>
          </a:prstGeom>
        </p:spPr>
      </p:pic>
      <p:pic>
        <p:nvPicPr>
          <p:cNvPr id="42" name="Picture 41" descr="image.jpg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6711950" y="5168900"/>
            <a:ext cx="1136650" cy="254000"/>
          </a:xfrm>
          <a:prstGeom prst="rect">
            <a:avLst/>
          </a:prstGeom>
        </p:spPr>
      </p:pic>
      <p:pic>
        <p:nvPicPr>
          <p:cNvPr id="43" name="Picture 42" descr="image.jpg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1422400" y="5676900"/>
            <a:ext cx="6426200" cy="260350"/>
          </a:xfrm>
          <a:prstGeom prst="rect">
            <a:avLst/>
          </a:prstGeom>
        </p:spPr>
      </p:pic>
      <p:pic>
        <p:nvPicPr>
          <p:cNvPr id="44" name="Picture 43" descr="image.jpg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1549400" y="1784350"/>
            <a:ext cx="1028700" cy="3429000"/>
          </a:xfrm>
          <a:prstGeom prst="rect">
            <a:avLst/>
          </a:prstGeom>
        </p:spPr>
      </p:pic>
      <p:pic>
        <p:nvPicPr>
          <p:cNvPr id="45" name="Picture 44" descr="image.jpg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8343900" y="1549400"/>
            <a:ext cx="3187700" cy="1600200"/>
          </a:xfrm>
          <a:prstGeom prst="rect">
            <a:avLst/>
          </a:prstGeom>
        </p:spPr>
      </p:pic>
      <p:pic>
        <p:nvPicPr>
          <p:cNvPr id="46" name="Picture 45" descr="image.jpg"/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8343900" y="3517900"/>
            <a:ext cx="3187700" cy="16002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84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5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168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nodeType="withEffect">
                                  <p:stCondLst>
                                    <p:cond delay="252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336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336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336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336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336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336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504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4" fill="hold" nodeType="withEffect">
                                  <p:stCondLst>
                                    <p:cond delay="58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672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nodeType="withEffect">
                                  <p:stCondLst>
                                    <p:cond delay="756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5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22" presetClass="entr" presetSubtype="4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924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4" fill="hold" nodeType="withEffect">
                                  <p:stCondLst>
                                    <p:cond delay="1008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1092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nodeType="withEffect">
                                  <p:stCondLst>
                                    <p:cond delay="1176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5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2" presetClass="entr" presetSubtype="4" fill="hold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1344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4" fill="hold" nodeType="withEffect">
                                  <p:stCondLst>
                                    <p:cond delay="1428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6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1512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nodeType="withEffect">
                                  <p:stCondLst>
                                    <p:cond delay="1596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5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22" presetClass="entr" presetSubtype="4" fill="hold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2" dur="6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1764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4" fill="hold" nodeType="withEffect">
                                  <p:stCondLst>
                                    <p:cond delay="1848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8" dur="6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nodeType="withEffect">
                                  <p:stCondLst>
                                    <p:cond delay="1932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nodeType="withEffect">
                                  <p:stCondLst>
                                    <p:cond delay="2016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5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5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22" presetClass="entr" presetSubtype="4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9" dur="6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nodeType="withEffect">
                                  <p:stCondLst>
                                    <p:cond delay="2184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2" presetClass="entr" presetSubtype="4" fill="hold" nodeType="withEffect">
                                  <p:stCondLst>
                                    <p:cond delay="2268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5" dur="6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nodeType="withEffect">
                                  <p:stCondLst>
                                    <p:cond delay="2352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42" presetClass="entr" presetSubtype="0" fill="hold" nodeType="withEffect">
                                  <p:stCondLst>
                                    <p:cond delay="2436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500" decel="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500" decel="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22" presetClass="entr" presetSubtype="4" fill="hold" nodeType="withEffect">
                                  <p:stCondLst>
                                    <p:cond delay="252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6" dur="6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nodeType="withEffect">
                                  <p:stCondLst>
                                    <p:cond delay="2604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22" presetClass="entr" presetSubtype="4" fill="hold" nodeType="withEffect">
                                  <p:stCondLst>
                                    <p:cond delay="2688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2" dur="6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nodeType="withEffect">
                                  <p:stCondLst>
                                    <p:cond delay="2772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42" presetClass="entr" presetSubtype="0" fill="hold" nodeType="withEffect">
                                  <p:stCondLst>
                                    <p:cond delay="2856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9" dur="500" decel="100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500" decel="100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42" presetClass="entr" presetSubtype="0" fill="hold" nodeType="withEffect">
                                  <p:stCondLst>
                                    <p:cond delay="294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4" dur="500" decel="100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500" decel="100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6" presetID="22" presetClass="entr" presetSubtype="4" fill="hold" nodeType="withEffect">
                                  <p:stCondLst>
                                    <p:cond delay="3024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8" dur="6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42" presetClass="entr" presetSubtype="0" fill="hold" nodeType="withEffect">
                                  <p:stCondLst>
                                    <p:cond delay="3108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2" dur="500" decel="100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500" decel="100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4" presetID="42" presetClass="entr" presetSubtype="0" fill="hold" nodeType="withEffect">
                                  <p:stCondLst>
                                    <p:cond delay="3192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7" dur="500" decel="100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500" decel="100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1900" y="1358900"/>
            <a:ext cx="4013200" cy="292100"/>
          </a:xfrm>
          <a:prstGeom prst="rect">
            <a:avLst/>
          </a:prstGeom>
        </p:spPr>
      </p:pic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400" y="4876800"/>
            <a:ext cx="584200" cy="279400"/>
          </a:xfrm>
          <a:prstGeom prst="rect">
            <a:avLst/>
          </a:prstGeom>
        </p:spPr>
      </p:pic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400" y="4241800"/>
            <a:ext cx="584200" cy="279400"/>
          </a:xfrm>
          <a:prstGeom prst="rect">
            <a:avLst/>
          </a:prstGeom>
        </p:spPr>
      </p:pic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400" y="3606800"/>
            <a:ext cx="584200" cy="279400"/>
          </a:xfrm>
          <a:prstGeom prst="rect">
            <a:avLst/>
          </a:prstGeom>
        </p:spPr>
      </p:pic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0400" y="2971800"/>
            <a:ext cx="584200" cy="279400"/>
          </a:xfrm>
          <a:prstGeom prst="rect">
            <a:avLst/>
          </a:prstGeom>
        </p:spPr>
      </p:pic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0400" y="2336800"/>
            <a:ext cx="584200" cy="279400"/>
          </a:xfrm>
          <a:prstGeom prst="rect">
            <a:avLst/>
          </a:prstGeom>
        </p:spPr>
      </p:pic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0400" y="1701800"/>
            <a:ext cx="584200" cy="279400"/>
          </a:xfrm>
          <a:prstGeom prst="rect">
            <a:avLst/>
          </a:prstGeom>
        </p:spPr>
      </p:pic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31900" y="4978400"/>
            <a:ext cx="4013200" cy="95250"/>
          </a:xfrm>
          <a:prstGeom prst="rect">
            <a:avLst/>
          </a:prstGeom>
        </p:spPr>
      </p:pic>
      <p:pic>
        <p:nvPicPr>
          <p:cNvPr id="11" name="Picture 10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612900" y="2438400"/>
            <a:ext cx="1346200" cy="2616200"/>
          </a:xfrm>
          <a:prstGeom prst="rect">
            <a:avLst/>
          </a:prstGeom>
        </p:spPr>
      </p:pic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235200" y="2120900"/>
            <a:ext cx="101600" cy="711200"/>
          </a:xfrm>
          <a:prstGeom prst="rect">
            <a:avLst/>
          </a:prstGeom>
        </p:spPr>
      </p:pic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85900" y="1828800"/>
            <a:ext cx="1600200" cy="323850"/>
          </a:xfrm>
          <a:prstGeom prst="rect">
            <a:avLst/>
          </a:prstGeom>
        </p:spPr>
      </p:pic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485900" y="5041900"/>
            <a:ext cx="1600200" cy="292100"/>
          </a:xfrm>
          <a:prstGeom prst="rect">
            <a:avLst/>
          </a:prstGeom>
        </p:spPr>
      </p:pic>
      <p:pic>
        <p:nvPicPr>
          <p:cNvPr id="15" name="Picture 14" descr="image.jp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517900" y="4438650"/>
            <a:ext cx="1346200" cy="615950"/>
          </a:xfrm>
          <a:prstGeom prst="rect">
            <a:avLst/>
          </a:prstGeom>
        </p:spPr>
      </p:pic>
      <p:pic>
        <p:nvPicPr>
          <p:cNvPr id="16" name="Picture 15" descr="image.jp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140200" y="4375150"/>
            <a:ext cx="101600" cy="203200"/>
          </a:xfrm>
          <a:prstGeom prst="rect">
            <a:avLst/>
          </a:prstGeom>
        </p:spPr>
      </p:pic>
      <p:pic>
        <p:nvPicPr>
          <p:cNvPr id="17" name="Picture 16" descr="image.jp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390900" y="4083050"/>
            <a:ext cx="1600200" cy="323850"/>
          </a:xfrm>
          <a:prstGeom prst="rect">
            <a:avLst/>
          </a:prstGeom>
        </p:spPr>
      </p:pic>
      <p:pic>
        <p:nvPicPr>
          <p:cNvPr id="18" name="Picture 17" descr="image.jp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390900" y="5041900"/>
            <a:ext cx="1600200" cy="292100"/>
          </a:xfrm>
          <a:prstGeom prst="rect">
            <a:avLst/>
          </a:prstGeom>
        </p:spPr>
      </p:pic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23900" y="5549900"/>
            <a:ext cx="5029200" cy="260350"/>
          </a:xfrm>
          <a:prstGeom prst="rect">
            <a:avLst/>
          </a:prstGeom>
        </p:spPr>
      </p:pic>
      <p:pic>
        <p:nvPicPr>
          <p:cNvPr id="20" name="Picture 19" descr="image.jp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311900" y="1422400"/>
            <a:ext cx="3632200" cy="3886200"/>
          </a:xfrm>
          <a:prstGeom prst="rect">
            <a:avLst/>
          </a:prstGeom>
        </p:spPr>
      </p:pic>
      <p:pic>
        <p:nvPicPr>
          <p:cNvPr id="21" name="Picture 20" descr="image.jp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274050" y="2914650"/>
            <a:ext cx="1028700" cy="1028700"/>
          </a:xfrm>
          <a:prstGeom prst="rect">
            <a:avLst/>
          </a:prstGeom>
        </p:spPr>
      </p:pic>
      <p:pic>
        <p:nvPicPr>
          <p:cNvPr id="22" name="Picture 21" descr="image.jp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194800" y="3340100"/>
            <a:ext cx="958850" cy="177800"/>
          </a:xfrm>
          <a:prstGeom prst="rect">
            <a:avLst/>
          </a:prstGeom>
        </p:spPr>
      </p:pic>
      <p:pic>
        <p:nvPicPr>
          <p:cNvPr id="23" name="Picture 22" descr="image.jp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0083800" y="3251200"/>
            <a:ext cx="1473200" cy="342900"/>
          </a:xfrm>
          <a:prstGeom prst="rect">
            <a:avLst/>
          </a:prstGeom>
        </p:spPr>
      </p:pic>
      <p:pic>
        <p:nvPicPr>
          <p:cNvPr id="24" name="Picture 23" descr="image.jp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311900" y="5359400"/>
            <a:ext cx="5219700" cy="7493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5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nodeType="with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5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nodeType="withEffect">
                                  <p:stCondLst>
                                    <p:cond delay="176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5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nodeType="withEffect">
                                  <p:stCondLst>
                                    <p:cond delay="198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6" dur="8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nodeType="withEffect">
                                  <p:stCondLst>
                                    <p:cond delay="242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5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5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" y="1358900"/>
            <a:ext cx="7061200" cy="292100"/>
          </a:xfrm>
          <a:prstGeom prst="rect">
            <a:avLst/>
          </a:prstGeom>
        </p:spPr>
      </p:pic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" y="1822450"/>
            <a:ext cx="2070100" cy="292100"/>
          </a:xfrm>
          <a:prstGeom prst="rect">
            <a:avLst/>
          </a:prstGeom>
        </p:spPr>
      </p:pic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19400" y="1771650"/>
            <a:ext cx="101600" cy="393700"/>
          </a:xfrm>
          <a:prstGeom prst="rect">
            <a:avLst/>
          </a:prstGeom>
        </p:spPr>
      </p:pic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21000" y="1822450"/>
            <a:ext cx="1981200" cy="292100"/>
          </a:xfrm>
          <a:prstGeom prst="rect">
            <a:avLst/>
          </a:prstGeom>
        </p:spPr>
      </p:pic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3900" y="2381250"/>
            <a:ext cx="2070100" cy="292100"/>
          </a:xfrm>
          <a:prstGeom prst="rect">
            <a:avLst/>
          </a:prstGeom>
        </p:spPr>
      </p:pic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19400" y="2330450"/>
            <a:ext cx="101600" cy="393700"/>
          </a:xfrm>
          <a:prstGeom prst="rect">
            <a:avLst/>
          </a:prstGeom>
        </p:spPr>
      </p:pic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921000" y="2381250"/>
            <a:ext cx="1981200" cy="292100"/>
          </a:xfrm>
          <a:prstGeom prst="rect">
            <a:avLst/>
          </a:prstGeom>
        </p:spPr>
      </p:pic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3900" y="2940050"/>
            <a:ext cx="2070100" cy="292100"/>
          </a:xfrm>
          <a:prstGeom prst="rect">
            <a:avLst/>
          </a:prstGeom>
        </p:spPr>
      </p:pic>
      <p:pic>
        <p:nvPicPr>
          <p:cNvPr id="11" name="Picture 10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819400" y="2889250"/>
            <a:ext cx="133350" cy="393700"/>
          </a:xfrm>
          <a:prstGeom prst="rect">
            <a:avLst/>
          </a:prstGeom>
        </p:spPr>
      </p:pic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952750" y="2940050"/>
            <a:ext cx="1981200" cy="292100"/>
          </a:xfrm>
          <a:prstGeom prst="rect">
            <a:avLst/>
          </a:prstGeom>
        </p:spPr>
      </p:pic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23900" y="3498850"/>
            <a:ext cx="2070100" cy="292100"/>
          </a:xfrm>
          <a:prstGeom prst="rect">
            <a:avLst/>
          </a:prstGeom>
        </p:spPr>
      </p:pic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819400" y="3448050"/>
            <a:ext cx="368300" cy="393700"/>
          </a:xfrm>
          <a:prstGeom prst="rect">
            <a:avLst/>
          </a:prstGeom>
        </p:spPr>
      </p:pic>
      <p:pic>
        <p:nvPicPr>
          <p:cNvPr id="15" name="Picture 14" descr="image.jp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187700" y="3498850"/>
            <a:ext cx="1981200" cy="292100"/>
          </a:xfrm>
          <a:prstGeom prst="rect">
            <a:avLst/>
          </a:prstGeom>
        </p:spPr>
      </p:pic>
      <p:pic>
        <p:nvPicPr>
          <p:cNvPr id="16" name="Picture 15" descr="image.jp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23900" y="4057650"/>
            <a:ext cx="2070100" cy="292100"/>
          </a:xfrm>
          <a:prstGeom prst="rect">
            <a:avLst/>
          </a:prstGeom>
        </p:spPr>
      </p:pic>
      <p:pic>
        <p:nvPicPr>
          <p:cNvPr id="17" name="Picture 16" descr="image.jp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819400" y="4006850"/>
            <a:ext cx="1231900" cy="393700"/>
          </a:xfrm>
          <a:prstGeom prst="rect">
            <a:avLst/>
          </a:prstGeom>
        </p:spPr>
      </p:pic>
      <p:pic>
        <p:nvPicPr>
          <p:cNvPr id="18" name="Picture 17" descr="image.jp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051300" y="4057650"/>
            <a:ext cx="1981200" cy="292100"/>
          </a:xfrm>
          <a:prstGeom prst="rect">
            <a:avLst/>
          </a:prstGeom>
        </p:spPr>
      </p:pic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23900" y="4616450"/>
            <a:ext cx="2070100" cy="292100"/>
          </a:xfrm>
          <a:prstGeom prst="rect">
            <a:avLst/>
          </a:prstGeom>
        </p:spPr>
      </p:pic>
      <p:pic>
        <p:nvPicPr>
          <p:cNvPr id="20" name="Picture 19" descr="image.jp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819400" y="4565650"/>
            <a:ext cx="4902200" cy="393700"/>
          </a:xfrm>
          <a:prstGeom prst="rect">
            <a:avLst/>
          </a:prstGeom>
        </p:spPr>
      </p:pic>
      <p:pic>
        <p:nvPicPr>
          <p:cNvPr id="21" name="Picture 20" descr="image.jp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721600" y="4616450"/>
            <a:ext cx="1981200" cy="292100"/>
          </a:xfrm>
          <a:prstGeom prst="rect">
            <a:avLst/>
          </a:prstGeom>
        </p:spPr>
      </p:pic>
      <p:pic>
        <p:nvPicPr>
          <p:cNvPr id="22" name="Picture 21" descr="image.jp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23900" y="5232400"/>
            <a:ext cx="7061200" cy="260350"/>
          </a:xfrm>
          <a:prstGeom prst="rect">
            <a:avLst/>
          </a:prstGeom>
        </p:spPr>
      </p:pic>
      <p:pic>
        <p:nvPicPr>
          <p:cNvPr id="23" name="Picture 22" descr="image.jp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343900" y="1485900"/>
            <a:ext cx="3187700" cy="1606550"/>
          </a:xfrm>
          <a:prstGeom prst="rect">
            <a:avLst/>
          </a:prstGeom>
        </p:spPr>
      </p:pic>
      <p:pic>
        <p:nvPicPr>
          <p:cNvPr id="24" name="Picture 23" descr="image.jp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343900" y="3263900"/>
            <a:ext cx="3187700" cy="14859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152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304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nodeType="withEffect">
                                  <p:stCondLst>
                                    <p:cond delay="456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5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nodeType="withEffect">
                                  <p:stCondLst>
                                    <p:cond delay="608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76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nodeType="withEffect">
                                  <p:stCondLst>
                                    <p:cond delay="912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5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nodeType="withEffect">
                                  <p:stCondLst>
                                    <p:cond delay="1064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5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nodeType="withEffect">
                                  <p:stCondLst>
                                    <p:cond delay="1216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nodeType="withEffect">
                                  <p:stCondLst>
                                    <p:cond delay="1368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5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nodeType="withEffect">
                                  <p:stCondLst>
                                    <p:cond delay="152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5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1672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nodeType="withEffect">
                                  <p:stCondLst>
                                    <p:cond delay="1824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5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nodeType="withEffect">
                                  <p:stCondLst>
                                    <p:cond delay="1976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5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nodeType="withEffect">
                                  <p:stCondLst>
                                    <p:cond delay="2128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9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nodeType="withEffect">
                                  <p:stCondLst>
                                    <p:cond delay="228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5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nodeType="withEffect">
                                  <p:stCondLst>
                                    <p:cond delay="2432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5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22" presetClass="entr" presetSubtype="8" fill="hold" nodeType="withEffect">
                                  <p:stCondLst>
                                    <p:cond delay="2584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2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42" presetClass="entr" presetSubtype="0" fill="hold" nodeType="withEffect">
                                  <p:stCondLst>
                                    <p:cond delay="2736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5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nodeType="withEffect">
                                  <p:stCondLst>
                                    <p:cond delay="2888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5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42" presetClass="entr" presetSubtype="0" fill="hold" nodeType="withEffect">
                                  <p:stCondLst>
                                    <p:cond delay="304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5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42" presetClass="entr" presetSubtype="0" fill="hold" nodeType="withEffect">
                                  <p:stCondLst>
                                    <p:cond delay="3192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5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100" y="5295900"/>
            <a:ext cx="6680200" cy="260350"/>
          </a:xfrm>
          <a:prstGeom prst="rect">
            <a:avLst/>
          </a:prstGeom>
        </p:spPr>
      </p:pic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1900" y="1358900"/>
            <a:ext cx="3949700" cy="1358900"/>
          </a:xfrm>
          <a:prstGeom prst="rect">
            <a:avLst/>
          </a:prstGeom>
        </p:spPr>
      </p:pic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1900" y="2819400"/>
            <a:ext cx="3949700" cy="1143000"/>
          </a:xfrm>
          <a:prstGeom prst="rect">
            <a:avLst/>
          </a:prstGeom>
        </p:spPr>
      </p:pic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1900" y="4279900"/>
            <a:ext cx="3949700" cy="1143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5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100" y="1295400"/>
            <a:ext cx="5283200" cy="1981200"/>
          </a:xfrm>
          <a:prstGeom prst="rect">
            <a:avLst/>
          </a:prstGeom>
        </p:spPr>
      </p:pic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400" y="1295400"/>
            <a:ext cx="5283200" cy="1981200"/>
          </a:xfrm>
          <a:prstGeom prst="rect">
            <a:avLst/>
          </a:prstGeom>
        </p:spPr>
      </p:pic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100" y="3422650"/>
            <a:ext cx="6426200" cy="292100"/>
          </a:xfrm>
          <a:prstGeom prst="rect">
            <a:avLst/>
          </a:prstGeom>
        </p:spPr>
      </p:pic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3100" y="3822700"/>
            <a:ext cx="2387600" cy="292100"/>
          </a:xfrm>
          <a:prstGeom prst="rect">
            <a:avLst/>
          </a:prstGeom>
        </p:spPr>
      </p:pic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86100" y="3771900"/>
            <a:ext cx="361950" cy="393700"/>
          </a:xfrm>
          <a:prstGeom prst="rect">
            <a:avLst/>
          </a:prstGeom>
        </p:spPr>
      </p:pic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48050" y="3822700"/>
            <a:ext cx="1981200" cy="292100"/>
          </a:xfrm>
          <a:prstGeom prst="rect">
            <a:avLst/>
          </a:prstGeom>
        </p:spPr>
      </p:pic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3100" y="4356100"/>
            <a:ext cx="2387600" cy="292100"/>
          </a:xfrm>
          <a:prstGeom prst="rect">
            <a:avLst/>
          </a:prstGeom>
        </p:spPr>
      </p:pic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086100" y="4305300"/>
            <a:ext cx="1200150" cy="393700"/>
          </a:xfrm>
          <a:prstGeom prst="rect">
            <a:avLst/>
          </a:prstGeom>
        </p:spPr>
      </p:pic>
      <p:pic>
        <p:nvPicPr>
          <p:cNvPr id="11" name="Picture 10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286250" y="4356100"/>
            <a:ext cx="1981200" cy="292100"/>
          </a:xfrm>
          <a:prstGeom prst="rect">
            <a:avLst/>
          </a:prstGeom>
        </p:spPr>
      </p:pic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3100" y="4889500"/>
            <a:ext cx="2387600" cy="292100"/>
          </a:xfrm>
          <a:prstGeom prst="rect">
            <a:avLst/>
          </a:prstGeom>
        </p:spPr>
      </p:pic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086100" y="4838700"/>
            <a:ext cx="4394200" cy="393700"/>
          </a:xfrm>
          <a:prstGeom prst="rect">
            <a:avLst/>
          </a:prstGeom>
        </p:spPr>
      </p:pic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480300" y="4889500"/>
            <a:ext cx="1981200" cy="292100"/>
          </a:xfrm>
          <a:prstGeom prst="rect">
            <a:avLst/>
          </a:prstGeom>
        </p:spPr>
      </p:pic>
      <p:pic>
        <p:nvPicPr>
          <p:cNvPr id="15" name="Picture 14" descr="image.jp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216900" y="3708400"/>
            <a:ext cx="3314700" cy="1308100"/>
          </a:xfrm>
          <a:prstGeom prst="rect">
            <a:avLst/>
          </a:prstGeom>
        </p:spPr>
      </p:pic>
      <p:pic>
        <p:nvPicPr>
          <p:cNvPr id="16" name="Picture 15" descr="image.jp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73100" y="5486400"/>
            <a:ext cx="7378700" cy="26035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5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nodeType="withEffect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5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nodeType="with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176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198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5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9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242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nodeType="withEffect">
                                  <p:stCondLst>
                                    <p:cond delay="264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5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nodeType="withEffect">
                                  <p:stCondLst>
                                    <p:cond delay="286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5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100" y="1308100"/>
            <a:ext cx="10871200" cy="323850"/>
          </a:xfrm>
          <a:prstGeom prst="rect">
            <a:avLst/>
          </a:prstGeom>
        </p:spPr>
      </p:pic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" y="1803400"/>
            <a:ext cx="3556000" cy="1981200"/>
          </a:xfrm>
          <a:prstGeom prst="rect">
            <a:avLst/>
          </a:prstGeom>
        </p:spPr>
      </p:pic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30700" y="1803400"/>
            <a:ext cx="3556000" cy="1981200"/>
          </a:xfrm>
          <a:prstGeom prst="rect">
            <a:avLst/>
          </a:prstGeom>
        </p:spPr>
      </p:pic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88300" y="1803400"/>
            <a:ext cx="3556000" cy="1981200"/>
          </a:xfrm>
          <a:prstGeom prst="rect">
            <a:avLst/>
          </a:prstGeom>
        </p:spPr>
      </p:pic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3100" y="3898900"/>
            <a:ext cx="3556000" cy="1981200"/>
          </a:xfrm>
          <a:prstGeom prst="rect">
            <a:avLst/>
          </a:prstGeom>
        </p:spPr>
      </p:pic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30700" y="3898900"/>
            <a:ext cx="3556000" cy="1981200"/>
          </a:xfrm>
          <a:prstGeom prst="rect">
            <a:avLst/>
          </a:prstGeom>
        </p:spPr>
      </p:pic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88300" y="3898900"/>
            <a:ext cx="3556000" cy="19812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5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5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5900" y="1549400"/>
            <a:ext cx="3886200" cy="2616200"/>
          </a:xfrm>
          <a:prstGeom prst="rect">
            <a:avLst/>
          </a:prstGeom>
        </p:spPr>
      </p:pic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5900" y="2692400"/>
            <a:ext cx="838200" cy="127000"/>
          </a:xfrm>
          <a:prstGeom prst="rect">
            <a:avLst/>
          </a:prstGeom>
        </p:spPr>
      </p:pic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85900" y="2882900"/>
            <a:ext cx="8331200" cy="666750"/>
          </a:xfrm>
          <a:prstGeom prst="rect">
            <a:avLst/>
          </a:prstGeom>
        </p:spPr>
      </p:pic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85900" y="3771900"/>
            <a:ext cx="7696200" cy="323850"/>
          </a:xfrm>
          <a:prstGeom prst="rect">
            <a:avLst/>
          </a:prstGeom>
        </p:spPr>
      </p:pic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85900" y="4064000"/>
            <a:ext cx="7696200" cy="32385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5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100" y="4679950"/>
            <a:ext cx="10871200" cy="476250"/>
          </a:xfrm>
          <a:prstGeom prst="rect">
            <a:avLst/>
          </a:prstGeom>
        </p:spPr>
      </p:pic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" y="5549900"/>
            <a:ext cx="10871200" cy="2921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5900" y="1549400"/>
            <a:ext cx="3886200" cy="2616200"/>
          </a:xfrm>
          <a:prstGeom prst="rect">
            <a:avLst/>
          </a:prstGeom>
        </p:spPr>
      </p:pic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5900" y="2692400"/>
            <a:ext cx="838200" cy="127000"/>
          </a:xfrm>
          <a:prstGeom prst="rect">
            <a:avLst/>
          </a:prstGeom>
        </p:spPr>
      </p:pic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85900" y="2882900"/>
            <a:ext cx="8331200" cy="666750"/>
          </a:xfrm>
          <a:prstGeom prst="rect">
            <a:avLst/>
          </a:prstGeom>
        </p:spPr>
      </p:pic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85900" y="3771900"/>
            <a:ext cx="7696200" cy="323850"/>
          </a:xfrm>
          <a:prstGeom prst="rect">
            <a:avLst/>
          </a:prstGeom>
        </p:spPr>
      </p:pic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85900" y="4064000"/>
            <a:ext cx="7696200" cy="323850"/>
          </a:xfrm>
          <a:prstGeom prst="rect">
            <a:avLst/>
          </a:prstGeom>
        </p:spPr>
      </p:pic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85900" y="4356100"/>
            <a:ext cx="7696200" cy="32385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5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5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7900" y="2755900"/>
            <a:ext cx="2743200" cy="1346200"/>
          </a:xfrm>
          <a:prstGeom prst="rect">
            <a:avLst/>
          </a:prstGeom>
        </p:spPr>
      </p:pic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" y="2946400"/>
            <a:ext cx="2489200" cy="965200"/>
          </a:xfrm>
          <a:prstGeom prst="rect">
            <a:avLst/>
          </a:prstGeom>
        </p:spPr>
      </p:pic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7900" y="1358900"/>
            <a:ext cx="2743200" cy="901700"/>
          </a:xfrm>
          <a:prstGeom prst="rect">
            <a:avLst/>
          </a:prstGeom>
        </p:spPr>
      </p:pic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87900" y="4787900"/>
            <a:ext cx="2743200" cy="901700"/>
          </a:xfrm>
          <a:prstGeom prst="rect">
            <a:avLst/>
          </a:prstGeom>
        </p:spPr>
      </p:pic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35300" y="3149600"/>
            <a:ext cx="1879600" cy="177800"/>
          </a:xfrm>
          <a:prstGeom prst="rect">
            <a:avLst/>
          </a:prstGeom>
        </p:spPr>
      </p:pic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35300" y="3594100"/>
            <a:ext cx="1879600" cy="177800"/>
          </a:xfrm>
          <a:prstGeom prst="rect">
            <a:avLst/>
          </a:prstGeom>
        </p:spPr>
      </p:pic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70600" y="2133600"/>
            <a:ext cx="177800" cy="749300"/>
          </a:xfrm>
          <a:prstGeom prst="rect">
            <a:avLst/>
          </a:prstGeom>
        </p:spPr>
      </p:pic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26100" y="3975100"/>
            <a:ext cx="177800" cy="939800"/>
          </a:xfrm>
          <a:prstGeom prst="rect">
            <a:avLst/>
          </a:prstGeom>
        </p:spPr>
      </p:pic>
      <p:pic>
        <p:nvPicPr>
          <p:cNvPr id="11" name="Picture 10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15100" y="3975100"/>
            <a:ext cx="177800" cy="939800"/>
          </a:xfrm>
          <a:prstGeom prst="rect">
            <a:avLst/>
          </a:prstGeom>
        </p:spPr>
      </p:pic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136900" y="2882900"/>
            <a:ext cx="1727200" cy="279400"/>
          </a:xfrm>
          <a:prstGeom prst="rect">
            <a:avLst/>
          </a:prstGeom>
        </p:spPr>
      </p:pic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73100" y="3962400"/>
            <a:ext cx="4140200" cy="279400"/>
          </a:xfrm>
          <a:prstGeom prst="rect">
            <a:avLst/>
          </a:prstGeom>
        </p:spPr>
      </p:pic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48400" y="2324100"/>
            <a:ext cx="2743200" cy="279400"/>
          </a:xfrm>
          <a:prstGeom prst="rect">
            <a:avLst/>
          </a:prstGeom>
        </p:spPr>
      </p:pic>
      <p:pic>
        <p:nvPicPr>
          <p:cNvPr id="15" name="Picture 14" descr="image.jp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517900" y="4406900"/>
            <a:ext cx="2171700" cy="279400"/>
          </a:xfrm>
          <a:prstGeom prst="rect">
            <a:avLst/>
          </a:prstGeom>
        </p:spPr>
      </p:pic>
      <p:pic>
        <p:nvPicPr>
          <p:cNvPr id="16" name="Picture 15" descr="image.jp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692900" y="4406900"/>
            <a:ext cx="2171700" cy="279400"/>
          </a:xfrm>
          <a:prstGeom prst="rect">
            <a:avLst/>
          </a:prstGeom>
        </p:spPr>
      </p:pic>
      <p:pic>
        <p:nvPicPr>
          <p:cNvPr id="17" name="Picture 16" descr="image.jp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851900" y="1866900"/>
            <a:ext cx="2679700" cy="158115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5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nodeType="withEffect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nodeType="with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nodeType="withEffect">
                                  <p:stCondLst>
                                    <p:cond delay="176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19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5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5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nodeType="withEffect">
                                  <p:stCondLst>
                                    <p:cond delay="242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5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nodeType="withEffect">
                                  <p:stCondLst>
                                    <p:cond delay="264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5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nodeType="withEffect">
                                  <p:stCondLst>
                                    <p:cond delay="286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5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nodeType="withEffect">
                                  <p:stCondLst>
                                    <p:cond delay="308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5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100" y="1358900"/>
            <a:ext cx="3632200" cy="4521200"/>
          </a:xfrm>
          <a:prstGeom prst="rect">
            <a:avLst/>
          </a:prstGeom>
        </p:spPr>
      </p:pic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" y="1447800"/>
            <a:ext cx="3378200" cy="311150"/>
          </a:xfrm>
          <a:prstGeom prst="rect">
            <a:avLst/>
          </a:prstGeom>
        </p:spPr>
      </p:pic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5500" y="1803400"/>
            <a:ext cx="3327400" cy="622300"/>
          </a:xfrm>
          <a:prstGeom prst="rect">
            <a:avLst/>
          </a:prstGeom>
        </p:spPr>
      </p:pic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5500" y="2768600"/>
            <a:ext cx="3327400" cy="622300"/>
          </a:xfrm>
          <a:prstGeom prst="rect">
            <a:avLst/>
          </a:prstGeom>
        </p:spPr>
      </p:pic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5500" y="3733800"/>
            <a:ext cx="3327400" cy="622300"/>
          </a:xfrm>
          <a:prstGeom prst="rect">
            <a:avLst/>
          </a:prstGeom>
        </p:spPr>
      </p:pic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5500" y="4699000"/>
            <a:ext cx="3327400" cy="622300"/>
          </a:xfrm>
          <a:prstGeom prst="rect">
            <a:avLst/>
          </a:prstGeom>
        </p:spPr>
      </p:pic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83100" y="1358900"/>
            <a:ext cx="3124200" cy="4521200"/>
          </a:xfrm>
          <a:prstGeom prst="rect">
            <a:avLst/>
          </a:prstGeom>
        </p:spPr>
      </p:pic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10100" y="1447800"/>
            <a:ext cx="2870200" cy="311150"/>
          </a:xfrm>
          <a:prstGeom prst="rect">
            <a:avLst/>
          </a:prstGeom>
        </p:spPr>
      </p:pic>
      <p:pic>
        <p:nvPicPr>
          <p:cNvPr id="11" name="Picture 10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35500" y="1866900"/>
            <a:ext cx="2819400" cy="622300"/>
          </a:xfrm>
          <a:prstGeom prst="rect">
            <a:avLst/>
          </a:prstGeom>
        </p:spPr>
      </p:pic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80000" y="2755900"/>
            <a:ext cx="1917700" cy="1282700"/>
          </a:xfrm>
          <a:prstGeom prst="rect">
            <a:avLst/>
          </a:prstGeom>
        </p:spPr>
      </p:pic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635500" y="4089400"/>
            <a:ext cx="2819400" cy="361950"/>
          </a:xfrm>
          <a:prstGeom prst="rect">
            <a:avLst/>
          </a:prstGeom>
        </p:spPr>
      </p:pic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635500" y="4533900"/>
            <a:ext cx="2819400" cy="622300"/>
          </a:xfrm>
          <a:prstGeom prst="rect">
            <a:avLst/>
          </a:prstGeom>
        </p:spPr>
      </p:pic>
      <p:pic>
        <p:nvPicPr>
          <p:cNvPr id="15" name="Picture 14" descr="image.jp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785100" y="1358900"/>
            <a:ext cx="3759200" cy="4521200"/>
          </a:xfrm>
          <a:prstGeom prst="rect">
            <a:avLst/>
          </a:prstGeom>
        </p:spPr>
      </p:pic>
      <p:pic>
        <p:nvPicPr>
          <p:cNvPr id="16" name="Picture 15" descr="image.jp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912100" y="1447800"/>
            <a:ext cx="3505200" cy="311150"/>
          </a:xfrm>
          <a:prstGeom prst="rect">
            <a:avLst/>
          </a:prstGeom>
        </p:spPr>
      </p:pic>
      <p:pic>
        <p:nvPicPr>
          <p:cNvPr id="17" name="Picture 16" descr="image.jp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937500" y="1803400"/>
            <a:ext cx="3454400" cy="622300"/>
          </a:xfrm>
          <a:prstGeom prst="rect">
            <a:avLst/>
          </a:prstGeom>
        </p:spPr>
      </p:pic>
      <p:pic>
        <p:nvPicPr>
          <p:cNvPr id="18" name="Picture 17" descr="image.jp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937500" y="2768600"/>
            <a:ext cx="3454400" cy="622300"/>
          </a:xfrm>
          <a:prstGeom prst="rect">
            <a:avLst/>
          </a:prstGeom>
        </p:spPr>
      </p:pic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937500" y="3733800"/>
            <a:ext cx="3454400" cy="622300"/>
          </a:xfrm>
          <a:prstGeom prst="rect">
            <a:avLst/>
          </a:prstGeom>
        </p:spPr>
      </p:pic>
      <p:pic>
        <p:nvPicPr>
          <p:cNvPr id="20" name="Picture 19" descr="image.jp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937500" y="4699000"/>
            <a:ext cx="3454400" cy="622300"/>
          </a:xfrm>
          <a:prstGeom prst="rect">
            <a:avLst/>
          </a:prstGeom>
        </p:spPr>
      </p:pic>
      <p:pic>
        <p:nvPicPr>
          <p:cNvPr id="21" name="Picture 20" descr="image.jp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165600" y="3454400"/>
            <a:ext cx="457200" cy="203200"/>
          </a:xfrm>
          <a:prstGeom prst="rect">
            <a:avLst/>
          </a:prstGeom>
        </p:spPr>
      </p:pic>
      <p:pic>
        <p:nvPicPr>
          <p:cNvPr id="22" name="Picture 21" descr="image.jp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467600" y="3454400"/>
            <a:ext cx="457200" cy="203200"/>
          </a:xfrm>
          <a:prstGeom prst="rect">
            <a:avLst/>
          </a:prstGeom>
        </p:spPr>
      </p:pic>
      <p:pic>
        <p:nvPicPr>
          <p:cNvPr id="23" name="Picture 22" descr="image.jp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73100" y="5854700"/>
            <a:ext cx="10871200" cy="26035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5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5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5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nodeType="withEffect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5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5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5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5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5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5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5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5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5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5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100" y="1327150"/>
            <a:ext cx="5791200" cy="3378200"/>
          </a:xfrm>
          <a:prstGeom prst="rect">
            <a:avLst/>
          </a:prstGeom>
        </p:spPr>
      </p:pic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" y="4978400"/>
            <a:ext cx="3479800" cy="482600"/>
          </a:xfrm>
          <a:prstGeom prst="rect">
            <a:avLst/>
          </a:prstGeom>
        </p:spPr>
      </p:pic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100" y="5041900"/>
            <a:ext cx="3479800" cy="292100"/>
          </a:xfrm>
          <a:prstGeom prst="rect">
            <a:avLst/>
          </a:prstGeom>
        </p:spPr>
      </p:pic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02100" y="4978400"/>
            <a:ext cx="1200150" cy="482600"/>
          </a:xfrm>
          <a:prstGeom prst="rect">
            <a:avLst/>
          </a:prstGeom>
        </p:spPr>
      </p:pic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02100" y="5041900"/>
            <a:ext cx="1200150" cy="292100"/>
          </a:xfrm>
          <a:prstGeom prst="rect">
            <a:avLst/>
          </a:prstGeom>
        </p:spPr>
      </p:pic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51450" y="4978400"/>
            <a:ext cx="1187450" cy="482600"/>
          </a:xfrm>
          <a:prstGeom prst="rect">
            <a:avLst/>
          </a:prstGeom>
        </p:spPr>
      </p:pic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51450" y="5041900"/>
            <a:ext cx="1187450" cy="292100"/>
          </a:xfrm>
          <a:prstGeom prst="rect">
            <a:avLst/>
          </a:prstGeom>
        </p:spPr>
      </p:pic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3100" y="5486400"/>
            <a:ext cx="5791200" cy="260350"/>
          </a:xfrm>
          <a:prstGeom prst="rect">
            <a:avLst/>
          </a:prstGeom>
        </p:spPr>
      </p:pic>
      <p:pic>
        <p:nvPicPr>
          <p:cNvPr id="11" name="Picture 10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92900" y="1327150"/>
            <a:ext cx="4838700" cy="774700"/>
          </a:xfrm>
          <a:prstGeom prst="rect">
            <a:avLst/>
          </a:prstGeom>
        </p:spPr>
      </p:pic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92900" y="2419350"/>
            <a:ext cx="4838700" cy="774700"/>
          </a:xfrm>
          <a:prstGeom prst="rect">
            <a:avLst/>
          </a:prstGeom>
        </p:spPr>
      </p:pic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692900" y="3511550"/>
            <a:ext cx="4838700" cy="774700"/>
          </a:xfrm>
          <a:prstGeom prst="rect">
            <a:avLst/>
          </a:prstGeom>
        </p:spPr>
      </p:pic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692900" y="4603750"/>
            <a:ext cx="4838700" cy="7747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8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5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5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176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198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5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5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nodeType="withEffect">
                                  <p:stCondLst>
                                    <p:cond delay="242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5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100" y="1327150"/>
            <a:ext cx="5791200" cy="1917700"/>
          </a:xfrm>
          <a:prstGeom prst="rect">
            <a:avLst/>
          </a:prstGeom>
        </p:spPr>
      </p:pic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" y="3213100"/>
            <a:ext cx="1981200" cy="292100"/>
          </a:xfrm>
          <a:prstGeom prst="rect">
            <a:avLst/>
          </a:prstGeom>
        </p:spPr>
      </p:pic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78100" y="3213100"/>
            <a:ext cx="1981200" cy="292100"/>
          </a:xfrm>
          <a:prstGeom prst="rect">
            <a:avLst/>
          </a:prstGeom>
        </p:spPr>
      </p:pic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83100" y="3213100"/>
            <a:ext cx="1981200" cy="292100"/>
          </a:xfrm>
          <a:prstGeom prst="rect">
            <a:avLst/>
          </a:prstGeom>
        </p:spPr>
      </p:pic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3100" y="3708400"/>
            <a:ext cx="2794000" cy="1111250"/>
          </a:xfrm>
          <a:prstGeom prst="rect">
            <a:avLst/>
          </a:prstGeom>
        </p:spPr>
      </p:pic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43300" y="3708400"/>
            <a:ext cx="2794000" cy="1111250"/>
          </a:xfrm>
          <a:prstGeom prst="rect">
            <a:avLst/>
          </a:prstGeom>
        </p:spPr>
      </p:pic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3100" y="4851400"/>
            <a:ext cx="5664200" cy="749300"/>
          </a:xfrm>
          <a:prstGeom prst="rect">
            <a:avLst/>
          </a:prstGeom>
        </p:spPr>
      </p:pic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64400" y="1371600"/>
            <a:ext cx="215900" cy="215900"/>
          </a:xfrm>
          <a:prstGeom prst="rect">
            <a:avLst/>
          </a:prstGeom>
        </p:spPr>
      </p:pic>
      <p:pic>
        <p:nvPicPr>
          <p:cNvPr id="11" name="Picture 10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467600" y="1320800"/>
            <a:ext cx="2616200" cy="279400"/>
          </a:xfrm>
          <a:prstGeom prst="rect">
            <a:avLst/>
          </a:prstGeom>
        </p:spPr>
      </p:pic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093200" y="1371600"/>
            <a:ext cx="215900" cy="215900"/>
          </a:xfrm>
          <a:prstGeom prst="rect">
            <a:avLst/>
          </a:prstGeom>
        </p:spPr>
      </p:pic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296400" y="1320800"/>
            <a:ext cx="2616200" cy="279400"/>
          </a:xfrm>
          <a:prstGeom prst="rect">
            <a:avLst/>
          </a:prstGeom>
        </p:spPr>
      </p:pic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692900" y="4813300"/>
            <a:ext cx="584200" cy="279400"/>
          </a:xfrm>
          <a:prstGeom prst="rect">
            <a:avLst/>
          </a:prstGeom>
        </p:spPr>
      </p:pic>
      <p:pic>
        <p:nvPicPr>
          <p:cNvPr id="15" name="Picture 14" descr="image.jp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692900" y="3797300"/>
            <a:ext cx="584200" cy="279400"/>
          </a:xfrm>
          <a:prstGeom prst="rect">
            <a:avLst/>
          </a:prstGeom>
        </p:spPr>
      </p:pic>
      <p:pic>
        <p:nvPicPr>
          <p:cNvPr id="16" name="Picture 15" descr="image.jp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692900" y="2781300"/>
            <a:ext cx="584200" cy="279400"/>
          </a:xfrm>
          <a:prstGeom prst="rect">
            <a:avLst/>
          </a:prstGeom>
        </p:spPr>
      </p:pic>
      <p:pic>
        <p:nvPicPr>
          <p:cNvPr id="17" name="Picture 16" descr="image.jp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692900" y="1765300"/>
            <a:ext cx="584200" cy="279400"/>
          </a:xfrm>
          <a:prstGeom prst="rect">
            <a:avLst/>
          </a:prstGeom>
        </p:spPr>
      </p:pic>
      <p:pic>
        <p:nvPicPr>
          <p:cNvPr id="18" name="Picture 17" descr="image.jp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264400" y="4914900"/>
            <a:ext cx="4140200" cy="95250"/>
          </a:xfrm>
          <a:prstGeom prst="rect">
            <a:avLst/>
          </a:prstGeom>
        </p:spPr>
      </p:pic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556500" y="2901950"/>
            <a:ext cx="774700" cy="2089150"/>
          </a:xfrm>
          <a:prstGeom prst="rect">
            <a:avLst/>
          </a:prstGeom>
        </p:spPr>
      </p:pic>
      <p:pic>
        <p:nvPicPr>
          <p:cNvPr id="20" name="Picture 19" descr="image.jp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429500" y="2686050"/>
            <a:ext cx="1028700" cy="279400"/>
          </a:xfrm>
          <a:prstGeom prst="rect">
            <a:avLst/>
          </a:prstGeom>
        </p:spPr>
      </p:pic>
      <p:pic>
        <p:nvPicPr>
          <p:cNvPr id="21" name="Picture 20" descr="image.jp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305800" y="2336800"/>
            <a:ext cx="774700" cy="2654300"/>
          </a:xfrm>
          <a:prstGeom prst="rect">
            <a:avLst/>
          </a:prstGeom>
        </p:spPr>
      </p:pic>
      <p:pic>
        <p:nvPicPr>
          <p:cNvPr id="22" name="Picture 21" descr="image.jp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178800" y="2120900"/>
            <a:ext cx="1028700" cy="279400"/>
          </a:xfrm>
          <a:prstGeom prst="rect">
            <a:avLst/>
          </a:prstGeom>
        </p:spPr>
      </p:pic>
      <p:pic>
        <p:nvPicPr>
          <p:cNvPr id="23" name="Picture 22" descr="image.jp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264400" y="4978400"/>
            <a:ext cx="2108200" cy="254000"/>
          </a:xfrm>
          <a:prstGeom prst="rect">
            <a:avLst/>
          </a:prstGeom>
        </p:spPr>
      </p:pic>
      <p:pic>
        <p:nvPicPr>
          <p:cNvPr id="24" name="Picture 23" descr="image.jp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588500" y="3194050"/>
            <a:ext cx="774700" cy="1797050"/>
          </a:xfrm>
          <a:prstGeom prst="rect">
            <a:avLst/>
          </a:prstGeom>
        </p:spPr>
      </p:pic>
      <p:pic>
        <p:nvPicPr>
          <p:cNvPr id="25" name="Picture 24" descr="image.jp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461500" y="2978150"/>
            <a:ext cx="1028700" cy="279400"/>
          </a:xfrm>
          <a:prstGeom prst="rect">
            <a:avLst/>
          </a:prstGeom>
        </p:spPr>
      </p:pic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0337800" y="2590800"/>
            <a:ext cx="774700" cy="2400300"/>
          </a:xfrm>
          <a:prstGeom prst="rect">
            <a:avLst/>
          </a:prstGeom>
        </p:spPr>
      </p:pic>
      <p:pic>
        <p:nvPicPr>
          <p:cNvPr id="27" name="Picture 26" descr="image.jp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0210800" y="2374900"/>
            <a:ext cx="1028700" cy="279400"/>
          </a:xfrm>
          <a:prstGeom prst="rect">
            <a:avLst/>
          </a:prstGeom>
        </p:spPr>
      </p:pic>
      <p:pic>
        <p:nvPicPr>
          <p:cNvPr id="28" name="Picture 27" descr="image.jp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9296400" y="4978400"/>
            <a:ext cx="2108200" cy="254000"/>
          </a:xfrm>
          <a:prstGeom prst="rect">
            <a:avLst/>
          </a:prstGeom>
        </p:spPr>
      </p:pic>
      <p:pic>
        <p:nvPicPr>
          <p:cNvPr id="29" name="Picture 28" descr="image.jp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692900" y="5549900"/>
            <a:ext cx="4838700" cy="26035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8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123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5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nodeType="withEffect">
                                  <p:stCondLst>
                                    <p:cond delay="246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nodeType="withEffect">
                                  <p:stCondLst>
                                    <p:cond delay="369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5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nodeType="withEffect">
                                  <p:stCondLst>
                                    <p:cond delay="492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nodeType="withEffect">
                                  <p:stCondLst>
                                    <p:cond delay="615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5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nodeType="withEffect">
                                  <p:stCondLst>
                                    <p:cond delay="738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5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861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nodeType="withEffect">
                                  <p:stCondLst>
                                    <p:cond delay="984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5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1107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nodeType="withEffect">
                                  <p:stCondLst>
                                    <p:cond delay="123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5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nodeType="withEffect">
                                  <p:stCondLst>
                                    <p:cond delay="1353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5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nodeType="withEffect">
                                  <p:stCondLst>
                                    <p:cond delay="1476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5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nodeType="withEffect">
                                  <p:stCondLst>
                                    <p:cond delay="1599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5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nodeType="withEffect">
                                  <p:stCondLst>
                                    <p:cond delay="1722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5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1845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4" fill="hold" nodeType="withEffect">
                                  <p:stCondLst>
                                    <p:cond delay="1968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nodeType="withEffect">
                                  <p:stCondLst>
                                    <p:cond delay="2091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5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2" presetClass="entr" presetSubtype="4" fill="hold" nodeType="withEffect">
                                  <p:stCondLst>
                                    <p:cond delay="2214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nodeType="withEffect">
                                  <p:stCondLst>
                                    <p:cond delay="2337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5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42" presetClass="entr" presetSubtype="0" fill="hold" nodeType="withEffect">
                                  <p:stCondLst>
                                    <p:cond delay="246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5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22" presetClass="entr" presetSubtype="4" fill="hold" nodeType="withEffect">
                                  <p:stCondLst>
                                    <p:cond delay="2583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0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42" presetClass="entr" presetSubtype="0" fill="hold" nodeType="withEffect">
                                  <p:stCondLst>
                                    <p:cond delay="2706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5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22" presetClass="entr" presetSubtype="4" fill="hold" nodeType="withEffect">
                                  <p:stCondLst>
                                    <p:cond delay="2829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8" dur="6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42" presetClass="entr" presetSubtype="0" fill="hold" nodeType="withEffect">
                                  <p:stCondLst>
                                    <p:cond delay="2952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5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" presetID="42" presetClass="entr" presetSubtype="0" fill="hold" nodeType="withEffect">
                                  <p:stCondLst>
                                    <p:cond delay="3075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7" dur="5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42" presetClass="entr" presetSubtype="0" fill="hold" nodeType="withEffect">
                                  <p:stCondLst>
                                    <p:cond delay="3198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5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5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100" y="1327150"/>
            <a:ext cx="5283200" cy="323850"/>
          </a:xfrm>
          <a:prstGeom prst="rect">
            <a:avLst/>
          </a:prstGeom>
        </p:spPr>
      </p:pic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" y="1739900"/>
            <a:ext cx="5283200" cy="1981200"/>
          </a:xfrm>
          <a:prstGeom prst="rect">
            <a:avLst/>
          </a:prstGeom>
        </p:spPr>
      </p:pic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84300" y="1816100"/>
            <a:ext cx="1346200" cy="260350"/>
          </a:xfrm>
          <a:prstGeom prst="rect">
            <a:avLst/>
          </a:prstGeom>
        </p:spPr>
      </p:pic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71800" y="2844800"/>
            <a:ext cx="457200" cy="292100"/>
          </a:xfrm>
          <a:prstGeom prst="rect">
            <a:avLst/>
          </a:prstGeom>
        </p:spPr>
      </p:pic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03450" y="2095500"/>
            <a:ext cx="457200" cy="292100"/>
          </a:xfrm>
          <a:prstGeom prst="rect">
            <a:avLst/>
          </a:prstGeom>
        </p:spPr>
      </p:pic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43100" y="3352800"/>
            <a:ext cx="1727200" cy="260350"/>
          </a:xfrm>
          <a:prstGeom prst="rect">
            <a:avLst/>
          </a:prstGeom>
        </p:spPr>
      </p:pic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57700" y="2819400"/>
            <a:ext cx="279400" cy="311150"/>
          </a:xfrm>
          <a:prstGeom prst="rect">
            <a:avLst/>
          </a:prstGeom>
        </p:spPr>
      </p:pic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03800" y="2578100"/>
            <a:ext cx="330200" cy="311150"/>
          </a:xfrm>
          <a:prstGeom prst="rect">
            <a:avLst/>
          </a:prstGeom>
        </p:spPr>
      </p:pic>
      <p:pic>
        <p:nvPicPr>
          <p:cNvPr id="11" name="Picture 10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784600" y="1828800"/>
            <a:ext cx="1981200" cy="260350"/>
          </a:xfrm>
          <a:prstGeom prst="rect">
            <a:avLst/>
          </a:prstGeom>
        </p:spPr>
      </p:pic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3100" y="3771900"/>
            <a:ext cx="5283200" cy="1517650"/>
          </a:xfrm>
          <a:prstGeom prst="rect">
            <a:avLst/>
          </a:prstGeom>
        </p:spPr>
      </p:pic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11900" y="1327150"/>
            <a:ext cx="5219700" cy="323850"/>
          </a:xfrm>
          <a:prstGeom prst="rect">
            <a:avLst/>
          </a:prstGeom>
        </p:spPr>
      </p:pic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38900" y="4076700"/>
            <a:ext cx="304800" cy="533400"/>
          </a:xfrm>
          <a:prstGeom prst="rect">
            <a:avLst/>
          </a:prstGeom>
        </p:spPr>
      </p:pic>
      <p:pic>
        <p:nvPicPr>
          <p:cNvPr id="15" name="Picture 14" descr="image.jp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718300" y="3619500"/>
            <a:ext cx="304800" cy="990600"/>
          </a:xfrm>
          <a:prstGeom prst="rect">
            <a:avLst/>
          </a:prstGeom>
        </p:spPr>
      </p:pic>
      <p:pic>
        <p:nvPicPr>
          <p:cNvPr id="16" name="Picture 15" descr="image.jp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997700" y="3162300"/>
            <a:ext cx="304800" cy="1447800"/>
          </a:xfrm>
          <a:prstGeom prst="rect">
            <a:avLst/>
          </a:prstGeom>
        </p:spPr>
      </p:pic>
      <p:pic>
        <p:nvPicPr>
          <p:cNvPr id="17" name="Picture 16" descr="image.jp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277100" y="2705100"/>
            <a:ext cx="304800" cy="1905000"/>
          </a:xfrm>
          <a:prstGeom prst="rect">
            <a:avLst/>
          </a:prstGeom>
        </p:spPr>
      </p:pic>
      <p:pic>
        <p:nvPicPr>
          <p:cNvPr id="18" name="Picture 17" descr="image.jp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556500" y="2400300"/>
            <a:ext cx="304800" cy="2209800"/>
          </a:xfrm>
          <a:prstGeom prst="rect">
            <a:avLst/>
          </a:prstGeom>
        </p:spPr>
      </p:pic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835900" y="2705100"/>
            <a:ext cx="304800" cy="1905000"/>
          </a:xfrm>
          <a:prstGeom prst="rect">
            <a:avLst/>
          </a:prstGeom>
        </p:spPr>
      </p:pic>
      <p:pic>
        <p:nvPicPr>
          <p:cNvPr id="20" name="Picture 19" descr="image.jp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115300" y="3009900"/>
            <a:ext cx="304800" cy="1600200"/>
          </a:xfrm>
          <a:prstGeom prst="rect">
            <a:avLst/>
          </a:prstGeom>
        </p:spPr>
      </p:pic>
      <p:pic>
        <p:nvPicPr>
          <p:cNvPr id="21" name="Picture 20" descr="image.jp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394700" y="3314700"/>
            <a:ext cx="304800" cy="1295400"/>
          </a:xfrm>
          <a:prstGeom prst="rect">
            <a:avLst/>
          </a:prstGeom>
        </p:spPr>
      </p:pic>
      <p:pic>
        <p:nvPicPr>
          <p:cNvPr id="22" name="Picture 21" descr="image.jp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674100" y="3619500"/>
            <a:ext cx="304800" cy="990600"/>
          </a:xfrm>
          <a:prstGeom prst="rect">
            <a:avLst/>
          </a:prstGeom>
        </p:spPr>
      </p:pic>
      <p:pic>
        <p:nvPicPr>
          <p:cNvPr id="23" name="Picture 22" descr="image.jp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953500" y="3771900"/>
            <a:ext cx="304800" cy="838200"/>
          </a:xfrm>
          <a:prstGeom prst="rect">
            <a:avLst/>
          </a:prstGeom>
        </p:spPr>
      </p:pic>
      <p:pic>
        <p:nvPicPr>
          <p:cNvPr id="24" name="Picture 23" descr="image.jp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232900" y="3924300"/>
            <a:ext cx="304800" cy="685800"/>
          </a:xfrm>
          <a:prstGeom prst="rect">
            <a:avLst/>
          </a:prstGeom>
        </p:spPr>
      </p:pic>
      <p:pic>
        <p:nvPicPr>
          <p:cNvPr id="25" name="Picture 24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512300" y="4076700"/>
            <a:ext cx="304800" cy="533400"/>
          </a:xfrm>
          <a:prstGeom prst="rect">
            <a:avLst/>
          </a:prstGeom>
        </p:spPr>
      </p:pic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791700" y="4229100"/>
            <a:ext cx="304800" cy="381000"/>
          </a:xfrm>
          <a:prstGeom prst="rect">
            <a:avLst/>
          </a:prstGeom>
        </p:spPr>
      </p:pic>
      <p:pic>
        <p:nvPicPr>
          <p:cNvPr id="27" name="Picture 26" descr="image.jp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0071100" y="4229100"/>
            <a:ext cx="304800" cy="381000"/>
          </a:xfrm>
          <a:prstGeom prst="rect">
            <a:avLst/>
          </a:prstGeom>
        </p:spPr>
      </p:pic>
      <p:pic>
        <p:nvPicPr>
          <p:cNvPr id="28" name="Picture 27" descr="image.jp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0350500" y="4381500"/>
            <a:ext cx="304800" cy="228600"/>
          </a:xfrm>
          <a:prstGeom prst="rect">
            <a:avLst/>
          </a:prstGeom>
        </p:spPr>
      </p:pic>
      <p:pic>
        <p:nvPicPr>
          <p:cNvPr id="29" name="Picture 28" descr="image.jp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311900" y="4533900"/>
            <a:ext cx="4521200" cy="95250"/>
          </a:xfrm>
          <a:prstGeom prst="rect">
            <a:avLst/>
          </a:prstGeom>
        </p:spPr>
      </p:pic>
      <p:pic>
        <p:nvPicPr>
          <p:cNvPr id="30" name="Picture 29" descr="image.jp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9791700" y="2247900"/>
            <a:ext cx="101600" cy="2374900"/>
          </a:xfrm>
          <a:prstGeom prst="rect">
            <a:avLst/>
          </a:prstGeom>
        </p:spPr>
      </p:pic>
      <p:pic>
        <p:nvPicPr>
          <p:cNvPr id="31" name="Picture 30" descr="image.jp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851900" y="2057400"/>
            <a:ext cx="1473200" cy="292100"/>
          </a:xfrm>
          <a:prstGeom prst="rect">
            <a:avLst/>
          </a:prstGeom>
        </p:spPr>
      </p:pic>
      <p:pic>
        <p:nvPicPr>
          <p:cNvPr id="32" name="Picture 31" descr="image.jp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0312400" y="2057400"/>
            <a:ext cx="234950" cy="311150"/>
          </a:xfrm>
          <a:prstGeom prst="rect">
            <a:avLst/>
          </a:prstGeom>
        </p:spPr>
      </p:pic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311900" y="4635500"/>
            <a:ext cx="3060700" cy="279400"/>
          </a:xfrm>
          <a:prstGeom prst="rect">
            <a:avLst/>
          </a:prstGeom>
        </p:spPr>
      </p:pic>
      <p:pic>
        <p:nvPicPr>
          <p:cNvPr id="34" name="Picture 33" descr="image.jp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9372600" y="4597400"/>
            <a:ext cx="1041400" cy="361950"/>
          </a:xfrm>
          <a:prstGeom prst="rect">
            <a:avLst/>
          </a:prstGeom>
        </p:spPr>
      </p:pic>
      <p:pic>
        <p:nvPicPr>
          <p:cNvPr id="35" name="Picture 34" descr="image.jp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6311900" y="4914900"/>
            <a:ext cx="5219700" cy="781050"/>
          </a:xfrm>
          <a:prstGeom prst="rect">
            <a:avLst/>
          </a:prstGeom>
        </p:spPr>
      </p:pic>
      <p:pic>
        <p:nvPicPr>
          <p:cNvPr id="36" name="Picture 35" descr="image.jp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673100" y="5816600"/>
            <a:ext cx="10871200" cy="26035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5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5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5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5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5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5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5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2" presetClass="entr" presetSubtype="4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4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4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4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4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4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4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4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4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4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4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4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0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4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3" dur="6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4" fill="hold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6" dur="6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4" fill="hold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9" dur="6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8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2" dur="6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42" presetClass="entr" presetSubtype="0" fill="hold" nodeType="with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5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42" presetClass="entr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5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5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42" presetClass="entr" presetSubtype="0" fill="hold" nodeType="withEffect">
                                  <p:stCondLst>
                                    <p:cond delay="31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500" decel="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500" decel="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42" presetClass="entr" presetSubtype="0" fill="hold" nodeType="withEffect">
                                  <p:stCondLst>
                                    <p:cond delay="320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3" dur="500" decel="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500" decel="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8900" y="1206500"/>
            <a:ext cx="7569200" cy="279400"/>
          </a:xfrm>
          <a:prstGeom prst="rect">
            <a:avLst/>
          </a:prstGeom>
        </p:spPr>
      </p:pic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8900" y="1371600"/>
            <a:ext cx="698500" cy="279400"/>
          </a:xfrm>
          <a:prstGeom prst="rect">
            <a:avLst/>
          </a:prstGeom>
        </p:spPr>
      </p:pic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1200" y="1371600"/>
            <a:ext cx="698500" cy="279400"/>
          </a:xfrm>
          <a:prstGeom prst="rect">
            <a:avLst/>
          </a:prstGeom>
        </p:spPr>
      </p:pic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49850" y="1371600"/>
            <a:ext cx="698500" cy="279400"/>
          </a:xfrm>
          <a:prstGeom prst="rect">
            <a:avLst/>
          </a:prstGeom>
        </p:spPr>
      </p:pic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72150" y="1371600"/>
            <a:ext cx="698500" cy="279400"/>
          </a:xfrm>
          <a:prstGeom prst="rect">
            <a:avLst/>
          </a:prstGeom>
        </p:spPr>
      </p:pic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94450" y="1371600"/>
            <a:ext cx="698500" cy="279400"/>
          </a:xfrm>
          <a:prstGeom prst="rect">
            <a:avLst/>
          </a:prstGeom>
        </p:spPr>
      </p:pic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23100" y="1371600"/>
            <a:ext cx="698500" cy="279400"/>
          </a:xfrm>
          <a:prstGeom prst="rect">
            <a:avLst/>
          </a:prstGeom>
        </p:spPr>
      </p:pic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45400" y="1371600"/>
            <a:ext cx="698500" cy="279400"/>
          </a:xfrm>
          <a:prstGeom prst="rect">
            <a:avLst/>
          </a:prstGeom>
        </p:spPr>
      </p:pic>
      <p:pic>
        <p:nvPicPr>
          <p:cNvPr id="11" name="Picture 10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67700" y="1371600"/>
            <a:ext cx="698500" cy="279400"/>
          </a:xfrm>
          <a:prstGeom prst="rect">
            <a:avLst/>
          </a:prstGeom>
        </p:spPr>
      </p:pic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896350" y="1371600"/>
            <a:ext cx="698500" cy="279400"/>
          </a:xfrm>
          <a:prstGeom prst="rect">
            <a:avLst/>
          </a:prstGeom>
        </p:spPr>
      </p:pic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518650" y="1371600"/>
            <a:ext cx="698500" cy="279400"/>
          </a:xfrm>
          <a:prstGeom prst="rect">
            <a:avLst/>
          </a:prstGeom>
        </p:spPr>
      </p:pic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140950" y="1371600"/>
            <a:ext cx="698500" cy="279400"/>
          </a:xfrm>
          <a:prstGeom prst="rect">
            <a:avLst/>
          </a:prstGeom>
        </p:spPr>
      </p:pic>
      <p:pic>
        <p:nvPicPr>
          <p:cNvPr id="15" name="Picture 14" descr="image.jp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769600" y="1371600"/>
            <a:ext cx="698500" cy="279400"/>
          </a:xfrm>
          <a:prstGeom prst="rect">
            <a:avLst/>
          </a:prstGeom>
        </p:spPr>
      </p:pic>
      <p:pic>
        <p:nvPicPr>
          <p:cNvPr id="16" name="Picture 15" descr="image.jp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73100" y="1600200"/>
            <a:ext cx="3251200" cy="279400"/>
          </a:xfrm>
          <a:prstGeom prst="rect">
            <a:avLst/>
          </a:prstGeom>
        </p:spPr>
      </p:pic>
      <p:pic>
        <p:nvPicPr>
          <p:cNvPr id="17" name="Picture 16" descr="image.jp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898900" y="1663700"/>
            <a:ext cx="1949450" cy="177800"/>
          </a:xfrm>
          <a:prstGeom prst="rect">
            <a:avLst/>
          </a:prstGeom>
        </p:spPr>
      </p:pic>
      <p:pic>
        <p:nvPicPr>
          <p:cNvPr id="18" name="Picture 17" descr="image.jp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73100" y="1797050"/>
            <a:ext cx="3251200" cy="279400"/>
          </a:xfrm>
          <a:prstGeom prst="rect">
            <a:avLst/>
          </a:prstGeom>
        </p:spPr>
      </p:pic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924300" y="1847850"/>
            <a:ext cx="1276350" cy="203200"/>
          </a:xfrm>
          <a:prstGeom prst="rect">
            <a:avLst/>
          </a:prstGeom>
        </p:spPr>
      </p:pic>
      <p:pic>
        <p:nvPicPr>
          <p:cNvPr id="20" name="Picture 19" descr="image.jp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73100" y="1993900"/>
            <a:ext cx="3251200" cy="279400"/>
          </a:xfrm>
          <a:prstGeom prst="rect">
            <a:avLst/>
          </a:prstGeom>
        </p:spPr>
      </p:pic>
      <p:pic>
        <p:nvPicPr>
          <p:cNvPr id="21" name="Picture 20" descr="image.jp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546600" y="2044700"/>
            <a:ext cx="1276350" cy="203200"/>
          </a:xfrm>
          <a:prstGeom prst="rect">
            <a:avLst/>
          </a:prstGeom>
        </p:spPr>
      </p:pic>
      <p:pic>
        <p:nvPicPr>
          <p:cNvPr id="22" name="Picture 21" descr="image.jp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73100" y="2190750"/>
            <a:ext cx="3251200" cy="279400"/>
          </a:xfrm>
          <a:prstGeom prst="rect">
            <a:avLst/>
          </a:prstGeom>
        </p:spPr>
      </p:pic>
      <p:pic>
        <p:nvPicPr>
          <p:cNvPr id="23" name="Picture 22" descr="image.jp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546600" y="2241550"/>
            <a:ext cx="1276350" cy="203200"/>
          </a:xfrm>
          <a:prstGeom prst="rect">
            <a:avLst/>
          </a:prstGeom>
        </p:spPr>
      </p:pic>
      <p:pic>
        <p:nvPicPr>
          <p:cNvPr id="24" name="Picture 23" descr="image.jp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73100" y="2387600"/>
            <a:ext cx="3251200" cy="279400"/>
          </a:xfrm>
          <a:prstGeom prst="rect">
            <a:avLst/>
          </a:prstGeom>
        </p:spPr>
      </p:pic>
      <p:pic>
        <p:nvPicPr>
          <p:cNvPr id="25" name="Picture 24" descr="image.jp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175250" y="2438400"/>
            <a:ext cx="647700" cy="203200"/>
          </a:xfrm>
          <a:prstGeom prst="rect">
            <a:avLst/>
          </a:prstGeom>
        </p:spPr>
      </p:pic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73100" y="2584450"/>
            <a:ext cx="3251200" cy="279400"/>
          </a:xfrm>
          <a:prstGeom prst="rect">
            <a:avLst/>
          </a:prstGeom>
        </p:spPr>
      </p:pic>
      <p:pic>
        <p:nvPicPr>
          <p:cNvPr id="27" name="Picture 26" descr="image.jp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5149850" y="2647950"/>
            <a:ext cx="2571750" cy="177800"/>
          </a:xfrm>
          <a:prstGeom prst="rect">
            <a:avLst/>
          </a:prstGeom>
        </p:spPr>
      </p:pic>
      <p:pic>
        <p:nvPicPr>
          <p:cNvPr id="28" name="Picture 27" descr="image.jp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73100" y="2781300"/>
            <a:ext cx="3251200" cy="279400"/>
          </a:xfrm>
          <a:prstGeom prst="rect">
            <a:avLst/>
          </a:prstGeom>
        </p:spPr>
      </p:pic>
      <p:pic>
        <p:nvPicPr>
          <p:cNvPr id="29" name="Picture 28" descr="image.jp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5175250" y="2832100"/>
            <a:ext cx="1276350" cy="203200"/>
          </a:xfrm>
          <a:prstGeom prst="rect">
            <a:avLst/>
          </a:prstGeom>
        </p:spPr>
      </p:pic>
      <p:pic>
        <p:nvPicPr>
          <p:cNvPr id="30" name="Picture 29" descr="image.jp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73100" y="2978150"/>
            <a:ext cx="3251200" cy="279400"/>
          </a:xfrm>
          <a:prstGeom prst="rect">
            <a:avLst/>
          </a:prstGeom>
        </p:spPr>
      </p:pic>
      <p:pic>
        <p:nvPicPr>
          <p:cNvPr id="31" name="Picture 30" descr="image.jp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5797550" y="3028950"/>
            <a:ext cx="1276350" cy="203200"/>
          </a:xfrm>
          <a:prstGeom prst="rect">
            <a:avLst/>
          </a:prstGeom>
        </p:spPr>
      </p:pic>
      <p:pic>
        <p:nvPicPr>
          <p:cNvPr id="32" name="Picture 31" descr="image.jp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673100" y="3175000"/>
            <a:ext cx="3251200" cy="279400"/>
          </a:xfrm>
          <a:prstGeom prst="rect">
            <a:avLst/>
          </a:prstGeom>
        </p:spPr>
      </p:pic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5797550" y="3225800"/>
            <a:ext cx="1276350" cy="203200"/>
          </a:xfrm>
          <a:prstGeom prst="rect">
            <a:avLst/>
          </a:prstGeom>
        </p:spPr>
      </p:pic>
      <p:pic>
        <p:nvPicPr>
          <p:cNvPr id="34" name="Picture 33" descr="image.jp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673100" y="3371850"/>
            <a:ext cx="3251200" cy="279400"/>
          </a:xfrm>
          <a:prstGeom prst="rect">
            <a:avLst/>
          </a:prstGeom>
        </p:spPr>
      </p:pic>
      <p:pic>
        <p:nvPicPr>
          <p:cNvPr id="35" name="Picture 34" descr="image.jp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6419850" y="3422650"/>
            <a:ext cx="1276350" cy="203200"/>
          </a:xfrm>
          <a:prstGeom prst="rect">
            <a:avLst/>
          </a:prstGeom>
        </p:spPr>
      </p:pic>
      <p:pic>
        <p:nvPicPr>
          <p:cNvPr id="36" name="Picture 35" descr="image.jp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673100" y="3568700"/>
            <a:ext cx="3251200" cy="279400"/>
          </a:xfrm>
          <a:prstGeom prst="rect">
            <a:avLst/>
          </a:prstGeom>
        </p:spPr>
      </p:pic>
      <p:pic>
        <p:nvPicPr>
          <p:cNvPr id="37" name="Picture 36" descr="image.jp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7023100" y="3632200"/>
            <a:ext cx="2571750" cy="177800"/>
          </a:xfrm>
          <a:prstGeom prst="rect">
            <a:avLst/>
          </a:prstGeom>
        </p:spPr>
      </p:pic>
      <p:pic>
        <p:nvPicPr>
          <p:cNvPr id="38" name="Picture 37" descr="image.jp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673100" y="3765550"/>
            <a:ext cx="3251200" cy="279400"/>
          </a:xfrm>
          <a:prstGeom prst="rect">
            <a:avLst/>
          </a:prstGeom>
        </p:spPr>
      </p:pic>
      <p:pic>
        <p:nvPicPr>
          <p:cNvPr id="39" name="Picture 38" descr="image.jpg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7048500" y="3816350"/>
            <a:ext cx="1276350" cy="203200"/>
          </a:xfrm>
          <a:prstGeom prst="rect">
            <a:avLst/>
          </a:prstGeom>
        </p:spPr>
      </p:pic>
      <p:pic>
        <p:nvPicPr>
          <p:cNvPr id="40" name="Picture 39" descr="image.jpg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673100" y="3962400"/>
            <a:ext cx="3251200" cy="279400"/>
          </a:xfrm>
          <a:prstGeom prst="rect">
            <a:avLst/>
          </a:prstGeom>
        </p:spPr>
      </p:pic>
      <p:pic>
        <p:nvPicPr>
          <p:cNvPr id="41" name="Picture 40" descr="image.jpg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7670800" y="4013200"/>
            <a:ext cx="1276350" cy="203200"/>
          </a:xfrm>
          <a:prstGeom prst="rect">
            <a:avLst/>
          </a:prstGeom>
        </p:spPr>
      </p:pic>
      <p:pic>
        <p:nvPicPr>
          <p:cNvPr id="42" name="Picture 41" descr="image.jpg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673100" y="4159250"/>
            <a:ext cx="3251200" cy="279400"/>
          </a:xfrm>
          <a:prstGeom prst="rect">
            <a:avLst/>
          </a:prstGeom>
        </p:spPr>
      </p:pic>
      <p:pic>
        <p:nvPicPr>
          <p:cNvPr id="43" name="Picture 42" descr="image.jpg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7670800" y="4210050"/>
            <a:ext cx="1276350" cy="203200"/>
          </a:xfrm>
          <a:prstGeom prst="rect">
            <a:avLst/>
          </a:prstGeom>
        </p:spPr>
      </p:pic>
      <p:pic>
        <p:nvPicPr>
          <p:cNvPr id="44" name="Picture 43" descr="image.jpg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673100" y="4356100"/>
            <a:ext cx="3251200" cy="279400"/>
          </a:xfrm>
          <a:prstGeom prst="rect">
            <a:avLst/>
          </a:prstGeom>
        </p:spPr>
      </p:pic>
      <p:pic>
        <p:nvPicPr>
          <p:cNvPr id="45" name="Picture 44" descr="image.jpg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8293100" y="4406900"/>
            <a:ext cx="1276350" cy="203200"/>
          </a:xfrm>
          <a:prstGeom prst="rect">
            <a:avLst/>
          </a:prstGeom>
        </p:spPr>
      </p:pic>
      <p:pic>
        <p:nvPicPr>
          <p:cNvPr id="46" name="Picture 45" descr="image.jpg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673100" y="4552950"/>
            <a:ext cx="3251200" cy="279400"/>
          </a:xfrm>
          <a:prstGeom prst="rect">
            <a:avLst/>
          </a:prstGeom>
        </p:spPr>
      </p:pic>
      <p:pic>
        <p:nvPicPr>
          <p:cNvPr id="47" name="Picture 46" descr="image.jpg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8896350" y="4616450"/>
            <a:ext cx="2571750" cy="177800"/>
          </a:xfrm>
          <a:prstGeom prst="rect">
            <a:avLst/>
          </a:prstGeom>
        </p:spPr>
      </p:pic>
      <p:pic>
        <p:nvPicPr>
          <p:cNvPr id="48" name="Picture 47" descr="image.jpg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673100" y="4749800"/>
            <a:ext cx="3251200" cy="279400"/>
          </a:xfrm>
          <a:prstGeom prst="rect">
            <a:avLst/>
          </a:prstGeom>
        </p:spPr>
      </p:pic>
      <p:pic>
        <p:nvPicPr>
          <p:cNvPr id="49" name="Picture 48" descr="image.jpg"/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8921750" y="4800600"/>
            <a:ext cx="1898650" cy="203200"/>
          </a:xfrm>
          <a:prstGeom prst="rect">
            <a:avLst/>
          </a:prstGeom>
        </p:spPr>
      </p:pic>
      <p:pic>
        <p:nvPicPr>
          <p:cNvPr id="50" name="Picture 49" descr="image.jpg"/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673100" y="4946650"/>
            <a:ext cx="3251200" cy="279400"/>
          </a:xfrm>
          <a:prstGeom prst="rect">
            <a:avLst/>
          </a:prstGeom>
        </p:spPr>
      </p:pic>
      <p:pic>
        <p:nvPicPr>
          <p:cNvPr id="51" name="Picture 50" descr="image.jpg"/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9544050" y="4997450"/>
            <a:ext cx="1276350" cy="203200"/>
          </a:xfrm>
          <a:prstGeom prst="rect">
            <a:avLst/>
          </a:prstGeom>
        </p:spPr>
      </p:pic>
      <p:pic>
        <p:nvPicPr>
          <p:cNvPr id="52" name="Picture 51" descr="image.jpg"/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673100" y="5143500"/>
            <a:ext cx="3251200" cy="279400"/>
          </a:xfrm>
          <a:prstGeom prst="rect">
            <a:avLst/>
          </a:prstGeom>
        </p:spPr>
      </p:pic>
      <p:pic>
        <p:nvPicPr>
          <p:cNvPr id="53" name="Picture 52" descr="image.jpg"/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9544050" y="5194300"/>
            <a:ext cx="1898650" cy="203200"/>
          </a:xfrm>
          <a:prstGeom prst="rect">
            <a:avLst/>
          </a:prstGeom>
        </p:spPr>
      </p:pic>
      <p:pic>
        <p:nvPicPr>
          <p:cNvPr id="54" name="Picture 53" descr="image.jpg"/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673100" y="5340350"/>
            <a:ext cx="3251200" cy="279400"/>
          </a:xfrm>
          <a:prstGeom prst="rect">
            <a:avLst/>
          </a:prstGeom>
        </p:spPr>
      </p:pic>
      <p:pic>
        <p:nvPicPr>
          <p:cNvPr id="55" name="Picture 54" descr="image.jpg"/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10166350" y="5391150"/>
            <a:ext cx="1276350" cy="203200"/>
          </a:xfrm>
          <a:prstGeom prst="rect">
            <a:avLst/>
          </a:prstGeom>
        </p:spPr>
      </p:pic>
      <p:pic>
        <p:nvPicPr>
          <p:cNvPr id="56" name="Picture 55" descr="image.jpg"/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5981700" y="5651500"/>
            <a:ext cx="279400" cy="279400"/>
          </a:xfrm>
          <a:prstGeom prst="rect">
            <a:avLst/>
          </a:prstGeom>
        </p:spPr>
      </p:pic>
      <p:pic>
        <p:nvPicPr>
          <p:cNvPr id="57" name="Picture 56" descr="image.jpg"/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5384800" y="5880100"/>
            <a:ext cx="1473200" cy="279400"/>
          </a:xfrm>
          <a:prstGeom prst="rect">
            <a:avLst/>
          </a:prstGeom>
        </p:spPr>
      </p:pic>
      <p:pic>
        <p:nvPicPr>
          <p:cNvPr id="58" name="Picture 57" descr="image.jpg"/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8483600" y="5651500"/>
            <a:ext cx="279400" cy="279400"/>
          </a:xfrm>
          <a:prstGeom prst="rect">
            <a:avLst/>
          </a:prstGeom>
        </p:spPr>
      </p:pic>
      <p:pic>
        <p:nvPicPr>
          <p:cNvPr id="59" name="Picture 58" descr="image.jpg"/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>
            <a:off x="7886700" y="5880100"/>
            <a:ext cx="1473200" cy="279400"/>
          </a:xfrm>
          <a:prstGeom prst="rect">
            <a:avLst/>
          </a:prstGeom>
        </p:spPr>
      </p:pic>
      <p:pic>
        <p:nvPicPr>
          <p:cNvPr id="60" name="Picture 59" descr="image.jpg"/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10979150" y="5651500"/>
            <a:ext cx="279400" cy="279400"/>
          </a:xfrm>
          <a:prstGeom prst="rect">
            <a:avLst/>
          </a:prstGeom>
        </p:spPr>
      </p:pic>
      <p:pic>
        <p:nvPicPr>
          <p:cNvPr id="61" name="Picture 60" descr="image.jpg"/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10382250" y="5880100"/>
            <a:ext cx="1473200" cy="2794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6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68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68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68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68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6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68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68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68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68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6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68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nodeType="withEffect">
                                  <p:stCondLst>
                                    <p:cond delay="136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5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nodeType="withEffect">
                                  <p:stCondLst>
                                    <p:cond delay="204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3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nodeType="withEffect">
                                  <p:stCondLst>
                                    <p:cond delay="272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5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2" presetClass="entr" presetSubtype="8" fill="hold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1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nodeType="withEffect">
                                  <p:stCondLst>
                                    <p:cond delay="408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5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nodeType="withEffect">
                                  <p:stCondLst>
                                    <p:cond delay="476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9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nodeType="withEffect">
                                  <p:stCondLst>
                                    <p:cond delay="544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5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nodeType="withEffect">
                                  <p:stCondLst>
                                    <p:cond delay="612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7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5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2" presetClass="entr" presetSubtype="8" fill="hold" nodeType="withEffect">
                                  <p:stCondLst>
                                    <p:cond delay="748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5" dur="6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nodeType="withEffect">
                                  <p:stCondLst>
                                    <p:cond delay="816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5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22" presetClass="entr" presetSubtype="8" fill="hold" nodeType="withEffect">
                                  <p:stCondLst>
                                    <p:cond delay="884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3" dur="6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42" presetClass="entr" presetSubtype="0" fill="hold" nodeType="withEffect">
                                  <p:stCondLst>
                                    <p:cond delay="952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5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22" presetClass="entr" presetSubtype="8" fill="hold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1" dur="6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nodeType="withEffect">
                                  <p:stCondLst>
                                    <p:cond delay="1088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5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5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22" presetClass="entr" presetSubtype="8" fill="hold" nodeType="withEffect">
                                  <p:stCondLst>
                                    <p:cond delay="1156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9" dur="6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42" presetClass="entr" presetSubtype="0" fill="hold" nodeType="withEffect">
                                  <p:stCondLst>
                                    <p:cond delay="1224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5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22" presetClass="entr" presetSubtype="8" fill="hold" nodeType="withEffect">
                                  <p:stCondLst>
                                    <p:cond delay="1292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7" dur="6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42" presetClass="entr" presetSubtype="0" fill="hold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1" dur="5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" presetID="22" presetClass="entr" presetSubtype="8" fill="hold" nodeType="withEffect">
                                  <p:stCondLst>
                                    <p:cond delay="1428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5" dur="6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42" presetClass="entr" presetSubtype="0" fill="hold" nodeType="withEffect">
                                  <p:stCondLst>
                                    <p:cond delay="1496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9" dur="500" decel="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500" decel="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22" presetClass="entr" presetSubtype="8" fill="hold" nodeType="withEffect">
                                  <p:stCondLst>
                                    <p:cond delay="1564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3" dur="6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42" presetClass="entr" presetSubtype="0" fill="hold" nodeType="withEffect">
                                  <p:stCondLst>
                                    <p:cond delay="1632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7" dur="500" decel="100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500" decel="100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9" presetID="22" presetClass="entr" presetSubtype="8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1" dur="6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42" presetClass="entr" presetSubtype="0" fill="hold" nodeType="withEffect">
                                  <p:stCondLst>
                                    <p:cond delay="1768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5" dur="500" decel="100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500" decel="100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7" presetID="22" presetClass="entr" presetSubtype="8" fill="hold" nodeType="withEffect">
                                  <p:stCondLst>
                                    <p:cond delay="1836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9" dur="6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42" presetClass="entr" presetSubtype="0" fill="hold" nodeType="withEffect">
                                  <p:stCondLst>
                                    <p:cond delay="1904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3" dur="500" decel="100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500" decel="100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5" presetID="22" presetClass="entr" presetSubtype="8" fill="hold" nodeType="withEffect">
                                  <p:stCondLst>
                                    <p:cond delay="1972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7" dur="6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42" presetClass="entr" presetSubtype="0" fill="hold" nodeType="withEffect">
                                  <p:stCondLst>
                                    <p:cond delay="204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1" dur="500" decel="100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" dur="500" decel="100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3" presetID="22" presetClass="entr" presetSubtype="8" fill="hold" nodeType="withEffect">
                                  <p:stCondLst>
                                    <p:cond delay="2108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5" dur="6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42" presetClass="entr" presetSubtype="0" fill="hold" nodeType="withEffect">
                                  <p:stCondLst>
                                    <p:cond delay="2176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9" dur="500" decel="100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500" decel="100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1" presetID="22" presetClass="entr" presetSubtype="8" fill="hold" nodeType="withEffect">
                                  <p:stCondLst>
                                    <p:cond delay="2244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3" dur="6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42" presetClass="entr" presetSubtype="0" fill="hold" nodeType="withEffect">
                                  <p:stCondLst>
                                    <p:cond delay="2312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7" dur="500" decel="100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8" dur="500" decel="100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9" presetID="22" presetClass="entr" presetSubtype="8" fill="hold" nodeType="withEffect">
                                  <p:stCondLst>
                                    <p:cond delay="238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1" dur="6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42" presetClass="entr" presetSubtype="0" fill="hold" nodeType="withEffect">
                                  <p:stCondLst>
                                    <p:cond delay="2448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5" dur="500" decel="100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6" dur="500" decel="100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7" presetID="22" presetClass="entr" presetSubtype="8" fill="hold" nodeType="withEffect">
                                  <p:stCondLst>
                                    <p:cond delay="2516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9" dur="6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42" presetClass="entr" presetSubtype="0" fill="hold" nodeType="withEffect">
                                  <p:stCondLst>
                                    <p:cond delay="2584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3" dur="500" decel="100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4" dur="500" decel="100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5" presetID="22" presetClass="entr" presetSubtype="8" fill="hold" nodeType="withEffect">
                                  <p:stCondLst>
                                    <p:cond delay="2652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7" dur="6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8" presetID="42" presetClass="entr" presetSubtype="0" fill="hold" nodeType="withEffect">
                                  <p:stCondLst>
                                    <p:cond delay="272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1" dur="500" decel="100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2" dur="500" decel="100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3" presetID="22" presetClass="entr" presetSubtype="8" fill="hold" nodeType="withEffect">
                                  <p:stCondLst>
                                    <p:cond delay="2788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5" dur="6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6" presetID="22" presetClass="entr" presetSubtype="8" fill="hold" nodeType="withEffect">
                                  <p:stCondLst>
                                    <p:cond delay="2856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9" presetID="42" presetClass="entr" presetSubtype="0" fill="hold" nodeType="withEffect">
                                  <p:stCondLst>
                                    <p:cond delay="2924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2" dur="500" decel="100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3" dur="500" decel="100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4" presetID="22" presetClass="entr" presetSubtype="8" fill="hold" nodeType="withEffect">
                                  <p:stCondLst>
                                    <p:cond delay="2992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7" presetID="42" presetClass="entr" presetSubtype="0" fill="hold" nodeType="withEffect">
                                  <p:stCondLst>
                                    <p:cond delay="306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0" dur="500" decel="100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1" dur="500" decel="100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2" presetID="22" presetClass="entr" presetSubtype="8" fill="hold" nodeType="withEffect">
                                  <p:stCondLst>
                                    <p:cond delay="3128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5" presetID="42" presetClass="entr" presetSubtype="0" fill="hold" nodeType="withEffect">
                                  <p:stCondLst>
                                    <p:cond delay="3196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8" dur="500" decel="100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9" dur="500" decel="100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5900" y="1549400"/>
            <a:ext cx="3886200" cy="2616200"/>
          </a:xfrm>
          <a:prstGeom prst="rect">
            <a:avLst/>
          </a:prstGeom>
        </p:spPr>
      </p:pic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5900" y="2692400"/>
            <a:ext cx="838200" cy="127000"/>
          </a:xfrm>
          <a:prstGeom prst="rect">
            <a:avLst/>
          </a:prstGeom>
        </p:spPr>
      </p:pic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85900" y="2882900"/>
            <a:ext cx="8331200" cy="666750"/>
          </a:xfrm>
          <a:prstGeom prst="rect">
            <a:avLst/>
          </a:prstGeom>
        </p:spPr>
      </p:pic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85900" y="3771900"/>
            <a:ext cx="7696200" cy="323850"/>
          </a:xfrm>
          <a:prstGeom prst="rect">
            <a:avLst/>
          </a:prstGeom>
        </p:spPr>
      </p:pic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85900" y="4064000"/>
            <a:ext cx="7696200" cy="323850"/>
          </a:xfrm>
          <a:prstGeom prst="rect">
            <a:avLst/>
          </a:prstGeom>
        </p:spPr>
      </p:pic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85900" y="4356100"/>
            <a:ext cx="7696200" cy="32385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5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5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100" y="1295400"/>
            <a:ext cx="5918200" cy="3632200"/>
          </a:xfrm>
          <a:prstGeom prst="rect">
            <a:avLst/>
          </a:prstGeom>
        </p:spPr>
      </p:pic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" y="4914900"/>
            <a:ext cx="5918200" cy="260350"/>
          </a:xfrm>
          <a:prstGeom prst="rect">
            <a:avLst/>
          </a:prstGeom>
        </p:spPr>
      </p:pic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6400" y="1295400"/>
            <a:ext cx="4775200" cy="2171700"/>
          </a:xfrm>
          <a:prstGeom prst="rect">
            <a:avLst/>
          </a:prstGeom>
        </p:spPr>
      </p:pic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56400" y="3441700"/>
            <a:ext cx="4775200" cy="260350"/>
          </a:xfrm>
          <a:prstGeom prst="rect">
            <a:avLst/>
          </a:prstGeom>
        </p:spPr>
      </p:pic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56400" y="3771900"/>
            <a:ext cx="4775200" cy="183515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8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5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8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5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100" y="1327150"/>
            <a:ext cx="5346700" cy="3378200"/>
          </a:xfrm>
          <a:prstGeom prst="rect">
            <a:avLst/>
          </a:prstGeom>
        </p:spPr>
      </p:pic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" y="4711700"/>
            <a:ext cx="5346700" cy="539750"/>
          </a:xfrm>
          <a:prstGeom prst="rect">
            <a:avLst/>
          </a:prstGeom>
        </p:spPr>
      </p:pic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4900" y="1327150"/>
            <a:ext cx="5346700" cy="3378200"/>
          </a:xfrm>
          <a:prstGeom prst="rect">
            <a:avLst/>
          </a:prstGeom>
        </p:spPr>
      </p:pic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84900" y="4711700"/>
            <a:ext cx="5346700" cy="539750"/>
          </a:xfrm>
          <a:prstGeom prst="rect">
            <a:avLst/>
          </a:prstGeom>
        </p:spPr>
      </p:pic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17900" y="5600700"/>
            <a:ext cx="215900" cy="215900"/>
          </a:xfrm>
          <a:prstGeom prst="rect">
            <a:avLst/>
          </a:prstGeom>
        </p:spPr>
      </p:pic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21100" y="5549900"/>
            <a:ext cx="2616200" cy="279400"/>
          </a:xfrm>
          <a:prstGeom prst="rect">
            <a:avLst/>
          </a:prstGeom>
        </p:spPr>
      </p:pic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65700" y="5600700"/>
            <a:ext cx="215900" cy="215900"/>
          </a:xfrm>
          <a:prstGeom prst="rect">
            <a:avLst/>
          </a:prstGeom>
        </p:spPr>
      </p:pic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68900" y="5549900"/>
            <a:ext cx="2616200" cy="279400"/>
          </a:xfrm>
          <a:prstGeom prst="rect">
            <a:avLst/>
          </a:prstGeom>
        </p:spPr>
      </p:pic>
      <p:pic>
        <p:nvPicPr>
          <p:cNvPr id="11" name="Picture 10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251700" y="5600700"/>
            <a:ext cx="215900" cy="215900"/>
          </a:xfrm>
          <a:prstGeom prst="rect">
            <a:avLst/>
          </a:prstGeom>
        </p:spPr>
      </p:pic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454900" y="5549900"/>
            <a:ext cx="2616200" cy="279400"/>
          </a:xfrm>
          <a:prstGeom prst="rect">
            <a:avLst/>
          </a:prstGeom>
        </p:spPr>
      </p:pic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73100" y="5867400"/>
            <a:ext cx="10871200" cy="26035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8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5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5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5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176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8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5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100" y="1327150"/>
            <a:ext cx="5384800" cy="2171700"/>
          </a:xfrm>
          <a:prstGeom prst="rect">
            <a:avLst/>
          </a:prstGeom>
        </p:spPr>
      </p:pic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2381250"/>
            <a:ext cx="1282700" cy="292100"/>
          </a:xfrm>
          <a:prstGeom prst="rect">
            <a:avLst/>
          </a:prstGeom>
        </p:spPr>
      </p:pic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33600" y="2343150"/>
            <a:ext cx="2292350" cy="393700"/>
          </a:xfrm>
          <a:prstGeom prst="rect">
            <a:avLst/>
          </a:prstGeom>
        </p:spPr>
      </p:pic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13250" y="2381250"/>
            <a:ext cx="1092200" cy="311150"/>
          </a:xfrm>
          <a:prstGeom prst="rect">
            <a:avLst/>
          </a:prstGeom>
        </p:spPr>
      </p:pic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8200" y="2863850"/>
            <a:ext cx="1282700" cy="292100"/>
          </a:xfrm>
          <a:prstGeom prst="rect">
            <a:avLst/>
          </a:prstGeom>
        </p:spPr>
      </p:pic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33600" y="2825750"/>
            <a:ext cx="2914650" cy="393700"/>
          </a:xfrm>
          <a:prstGeom prst="rect">
            <a:avLst/>
          </a:prstGeom>
        </p:spPr>
      </p:pic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35550" y="2863850"/>
            <a:ext cx="1092200" cy="311150"/>
          </a:xfrm>
          <a:prstGeom prst="rect">
            <a:avLst/>
          </a:prstGeom>
        </p:spPr>
      </p:pic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59500" y="1327150"/>
            <a:ext cx="5384800" cy="2171700"/>
          </a:xfrm>
          <a:prstGeom prst="rect">
            <a:avLst/>
          </a:prstGeom>
        </p:spPr>
      </p:pic>
      <p:pic>
        <p:nvPicPr>
          <p:cNvPr id="11" name="Picture 10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24600" y="2381250"/>
            <a:ext cx="1282700" cy="292100"/>
          </a:xfrm>
          <a:prstGeom prst="rect">
            <a:avLst/>
          </a:prstGeom>
        </p:spPr>
      </p:pic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620000" y="2343150"/>
            <a:ext cx="234950" cy="393700"/>
          </a:xfrm>
          <a:prstGeom prst="rect">
            <a:avLst/>
          </a:prstGeom>
        </p:spPr>
      </p:pic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842250" y="2381250"/>
            <a:ext cx="1092200" cy="311150"/>
          </a:xfrm>
          <a:prstGeom prst="rect">
            <a:avLst/>
          </a:prstGeom>
        </p:spPr>
      </p:pic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24600" y="2863850"/>
            <a:ext cx="1282700" cy="292100"/>
          </a:xfrm>
          <a:prstGeom prst="rect">
            <a:avLst/>
          </a:prstGeom>
        </p:spPr>
      </p:pic>
      <p:pic>
        <p:nvPicPr>
          <p:cNvPr id="15" name="Picture 14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20000" y="2825750"/>
            <a:ext cx="2857500" cy="393700"/>
          </a:xfrm>
          <a:prstGeom prst="rect">
            <a:avLst/>
          </a:prstGeom>
        </p:spPr>
      </p:pic>
      <p:pic>
        <p:nvPicPr>
          <p:cNvPr id="16" name="Picture 15" descr="image.jp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464800" y="2863850"/>
            <a:ext cx="1092200" cy="311150"/>
          </a:xfrm>
          <a:prstGeom prst="rect">
            <a:avLst/>
          </a:prstGeom>
        </p:spPr>
      </p:pic>
      <p:pic>
        <p:nvPicPr>
          <p:cNvPr id="17" name="Picture 16" descr="image.jp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73100" y="3613150"/>
            <a:ext cx="5384800" cy="2171700"/>
          </a:xfrm>
          <a:prstGeom prst="rect">
            <a:avLst/>
          </a:prstGeom>
        </p:spPr>
      </p:pic>
      <p:pic>
        <p:nvPicPr>
          <p:cNvPr id="18" name="Picture 17" descr="image.jp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38200" y="4667250"/>
            <a:ext cx="1282700" cy="292100"/>
          </a:xfrm>
          <a:prstGeom prst="rect">
            <a:avLst/>
          </a:prstGeom>
        </p:spPr>
      </p:pic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133600" y="4629150"/>
            <a:ext cx="914400" cy="393700"/>
          </a:xfrm>
          <a:prstGeom prst="rect">
            <a:avLst/>
          </a:prstGeom>
        </p:spPr>
      </p:pic>
      <p:pic>
        <p:nvPicPr>
          <p:cNvPr id="20" name="Picture 19" descr="image.jp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035300" y="4667250"/>
            <a:ext cx="1092200" cy="311150"/>
          </a:xfrm>
          <a:prstGeom prst="rect">
            <a:avLst/>
          </a:prstGeom>
        </p:spPr>
      </p:pic>
      <p:pic>
        <p:nvPicPr>
          <p:cNvPr id="21" name="Picture 20" descr="image.jp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38200" y="5149850"/>
            <a:ext cx="1282700" cy="292100"/>
          </a:xfrm>
          <a:prstGeom prst="rect">
            <a:avLst/>
          </a:prstGeom>
        </p:spPr>
      </p:pic>
      <p:pic>
        <p:nvPicPr>
          <p:cNvPr id="22" name="Picture 21" descr="image.jp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133600" y="5111750"/>
            <a:ext cx="2908300" cy="393700"/>
          </a:xfrm>
          <a:prstGeom prst="rect">
            <a:avLst/>
          </a:prstGeom>
        </p:spPr>
      </p:pic>
      <p:pic>
        <p:nvPicPr>
          <p:cNvPr id="23" name="Picture 22" descr="image.jp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029200" y="5149850"/>
            <a:ext cx="1092200" cy="311150"/>
          </a:xfrm>
          <a:prstGeom prst="rect">
            <a:avLst/>
          </a:prstGeom>
        </p:spPr>
      </p:pic>
      <p:pic>
        <p:nvPicPr>
          <p:cNvPr id="24" name="Picture 23" descr="image.jp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159500" y="3613150"/>
            <a:ext cx="5384800" cy="2171700"/>
          </a:xfrm>
          <a:prstGeom prst="rect">
            <a:avLst/>
          </a:prstGeom>
        </p:spPr>
      </p:pic>
      <p:pic>
        <p:nvPicPr>
          <p:cNvPr id="25" name="Picture 24" descr="image.jp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324600" y="4667250"/>
            <a:ext cx="1282700" cy="292100"/>
          </a:xfrm>
          <a:prstGeom prst="rect">
            <a:avLst/>
          </a:prstGeom>
        </p:spPr>
      </p:pic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620000" y="4629150"/>
            <a:ext cx="2774950" cy="393700"/>
          </a:xfrm>
          <a:prstGeom prst="rect">
            <a:avLst/>
          </a:prstGeom>
        </p:spPr>
      </p:pic>
      <p:pic>
        <p:nvPicPr>
          <p:cNvPr id="27" name="Picture 26" descr="image.jp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0382250" y="4667250"/>
            <a:ext cx="1092200" cy="311150"/>
          </a:xfrm>
          <a:prstGeom prst="rect">
            <a:avLst/>
          </a:prstGeom>
        </p:spPr>
      </p:pic>
      <p:pic>
        <p:nvPicPr>
          <p:cNvPr id="28" name="Picture 27" descr="image.jp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324600" y="5149850"/>
            <a:ext cx="1282700" cy="292100"/>
          </a:xfrm>
          <a:prstGeom prst="rect">
            <a:avLst/>
          </a:prstGeom>
        </p:spPr>
      </p:pic>
      <p:pic>
        <p:nvPicPr>
          <p:cNvPr id="29" name="Picture 28" descr="image.jp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7620000" y="5111750"/>
            <a:ext cx="939800" cy="393700"/>
          </a:xfrm>
          <a:prstGeom prst="rect">
            <a:avLst/>
          </a:prstGeom>
        </p:spPr>
      </p:pic>
      <p:pic>
        <p:nvPicPr>
          <p:cNvPr id="30" name="Picture 29" descr="image.jp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547100" y="5149850"/>
            <a:ext cx="1092200" cy="31115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1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nodeType="withEffect">
                                  <p:stCondLst>
                                    <p:cond delay="236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354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nodeType="withEffect">
                                  <p:stCondLst>
                                    <p:cond delay="472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5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nodeType="withEffect">
                                  <p:stCondLst>
                                    <p:cond delay="59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708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826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5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944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2" presetClass="entr" presetSubtype="4" fill="hold" nodeType="withEffect">
                                  <p:stCondLst>
                                    <p:cond delay="1062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118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nodeType="withEffect">
                                  <p:stCondLst>
                                    <p:cond delay="1298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5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nodeType="withEffect">
                                  <p:stCondLst>
                                    <p:cond delay="1416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534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nodeType="withEffect">
                                  <p:stCondLst>
                                    <p:cond delay="1652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5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nodeType="withEffect">
                                  <p:stCondLst>
                                    <p:cond delay="177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5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nodeType="withEffect">
                                  <p:stCondLst>
                                    <p:cond delay="1888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1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2006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nodeType="withEffect">
                                  <p:stCondLst>
                                    <p:cond delay="2124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5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22" presetClass="entr" presetSubtype="8" fill="hold" nodeType="withEffect">
                                  <p:stCondLst>
                                    <p:cond delay="2242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2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236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nodeType="withEffect">
                                  <p:stCondLst>
                                    <p:cond delay="2478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5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42" presetClass="entr" presetSubtype="0" fill="hold" nodeType="withEffect">
                                  <p:stCondLst>
                                    <p:cond delay="2596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5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22" presetClass="entr" presetSubtype="8" fill="hold" nodeType="withEffect">
                                  <p:stCondLst>
                                    <p:cond delay="2714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8" dur="6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nodeType="withEffect">
                                  <p:stCondLst>
                                    <p:cond delay="2832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nodeType="withEffect">
                                  <p:stCondLst>
                                    <p:cond delay="295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5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5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22" presetClass="entr" presetSubtype="8" fill="hold" nodeType="withEffect">
                                  <p:stCondLst>
                                    <p:cond delay="3068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9" dur="6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nodeType="withEffect">
                                  <p:stCondLst>
                                    <p:cond delay="3186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100" y="1320800"/>
            <a:ext cx="5029200" cy="323850"/>
          </a:xfrm>
          <a:prstGeom prst="rect">
            <a:avLst/>
          </a:prstGeom>
        </p:spPr>
      </p:pic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400" y="4749800"/>
            <a:ext cx="584200" cy="279400"/>
          </a:xfrm>
          <a:prstGeom prst="rect">
            <a:avLst/>
          </a:prstGeom>
        </p:spPr>
      </p:pic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400" y="4000500"/>
            <a:ext cx="584200" cy="279400"/>
          </a:xfrm>
          <a:prstGeom prst="rect">
            <a:avLst/>
          </a:prstGeom>
        </p:spPr>
      </p:pic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400" y="3257550"/>
            <a:ext cx="584200" cy="279400"/>
          </a:xfrm>
          <a:prstGeom prst="rect">
            <a:avLst/>
          </a:prstGeom>
        </p:spPr>
      </p:pic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0400" y="2514600"/>
            <a:ext cx="584200" cy="279400"/>
          </a:xfrm>
          <a:prstGeom prst="rect">
            <a:avLst/>
          </a:prstGeom>
        </p:spPr>
      </p:pic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0400" y="1765300"/>
            <a:ext cx="584200" cy="279400"/>
          </a:xfrm>
          <a:prstGeom prst="rect">
            <a:avLst/>
          </a:prstGeom>
        </p:spPr>
      </p:pic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31900" y="4851400"/>
            <a:ext cx="4140200" cy="95250"/>
          </a:xfrm>
          <a:prstGeom prst="rect">
            <a:avLst/>
          </a:prstGeom>
        </p:spPr>
      </p:pic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08150" y="4013200"/>
            <a:ext cx="1155700" cy="914400"/>
          </a:xfrm>
          <a:prstGeom prst="rect">
            <a:avLst/>
          </a:prstGeom>
        </p:spPr>
      </p:pic>
      <p:pic>
        <p:nvPicPr>
          <p:cNvPr id="11" name="Picture 10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81150" y="3797300"/>
            <a:ext cx="1409700" cy="279400"/>
          </a:xfrm>
          <a:prstGeom prst="rect">
            <a:avLst/>
          </a:prstGeom>
        </p:spPr>
      </p:pic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31900" y="4914900"/>
            <a:ext cx="2108200" cy="254000"/>
          </a:xfrm>
          <a:prstGeom prst="rect">
            <a:avLst/>
          </a:prstGeom>
        </p:spPr>
      </p:pic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740150" y="2019300"/>
            <a:ext cx="1155700" cy="2908300"/>
          </a:xfrm>
          <a:prstGeom prst="rect">
            <a:avLst/>
          </a:prstGeom>
        </p:spPr>
      </p:pic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613150" y="1803400"/>
            <a:ext cx="1409700" cy="279400"/>
          </a:xfrm>
          <a:prstGeom prst="rect">
            <a:avLst/>
          </a:prstGeom>
        </p:spPr>
      </p:pic>
      <p:pic>
        <p:nvPicPr>
          <p:cNvPr id="15" name="Picture 14" descr="image.jp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263900" y="4914900"/>
            <a:ext cx="2108200" cy="254000"/>
          </a:xfrm>
          <a:prstGeom prst="rect">
            <a:avLst/>
          </a:prstGeom>
        </p:spPr>
      </p:pic>
      <p:pic>
        <p:nvPicPr>
          <p:cNvPr id="16" name="Picture 15" descr="image.jp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31900" y="2165350"/>
            <a:ext cx="4140200" cy="95250"/>
          </a:xfrm>
          <a:prstGeom prst="rect">
            <a:avLst/>
          </a:prstGeom>
        </p:spPr>
      </p:pic>
      <p:pic>
        <p:nvPicPr>
          <p:cNvPr id="17" name="Picture 16" descr="image.jp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295400" y="1924050"/>
            <a:ext cx="1854200" cy="279400"/>
          </a:xfrm>
          <a:prstGeom prst="rect">
            <a:avLst/>
          </a:prstGeom>
        </p:spPr>
      </p:pic>
      <p:pic>
        <p:nvPicPr>
          <p:cNvPr id="18" name="Picture 17" descr="image.jp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375400" y="1320800"/>
            <a:ext cx="5156200" cy="323850"/>
          </a:xfrm>
          <a:prstGeom prst="rect">
            <a:avLst/>
          </a:prstGeom>
        </p:spPr>
      </p:pic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819900" y="1676400"/>
            <a:ext cx="215900" cy="215900"/>
          </a:xfrm>
          <a:prstGeom prst="rect">
            <a:avLst/>
          </a:prstGeom>
        </p:spPr>
      </p:pic>
      <p:pic>
        <p:nvPicPr>
          <p:cNvPr id="20" name="Picture 19" descr="image.jp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023100" y="1625600"/>
            <a:ext cx="2616200" cy="279400"/>
          </a:xfrm>
          <a:prstGeom prst="rect">
            <a:avLst/>
          </a:prstGeom>
        </p:spPr>
      </p:pic>
      <p:pic>
        <p:nvPicPr>
          <p:cNvPr id="21" name="Picture 20" descr="image.jp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572500" y="1676400"/>
            <a:ext cx="215900" cy="215900"/>
          </a:xfrm>
          <a:prstGeom prst="rect">
            <a:avLst/>
          </a:prstGeom>
        </p:spPr>
      </p:pic>
      <p:pic>
        <p:nvPicPr>
          <p:cNvPr id="22" name="Picture 21" descr="image.jp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775700" y="1625600"/>
            <a:ext cx="2616200" cy="279400"/>
          </a:xfrm>
          <a:prstGeom prst="rect">
            <a:avLst/>
          </a:prstGeom>
        </p:spPr>
      </p:pic>
      <p:pic>
        <p:nvPicPr>
          <p:cNvPr id="23" name="Picture 22" descr="image.jp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248400" y="4749800"/>
            <a:ext cx="584200" cy="279400"/>
          </a:xfrm>
          <a:prstGeom prst="rect">
            <a:avLst/>
          </a:prstGeom>
        </p:spPr>
      </p:pic>
      <p:pic>
        <p:nvPicPr>
          <p:cNvPr id="24" name="Picture 23" descr="image.jp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248400" y="3816350"/>
            <a:ext cx="584200" cy="279400"/>
          </a:xfrm>
          <a:prstGeom prst="rect">
            <a:avLst/>
          </a:prstGeom>
        </p:spPr>
      </p:pic>
      <p:pic>
        <p:nvPicPr>
          <p:cNvPr id="25" name="Picture 24" descr="image.jp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248400" y="2889250"/>
            <a:ext cx="584200" cy="279400"/>
          </a:xfrm>
          <a:prstGeom prst="rect">
            <a:avLst/>
          </a:prstGeom>
        </p:spPr>
      </p:pic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248400" y="1955800"/>
            <a:ext cx="584200" cy="279400"/>
          </a:xfrm>
          <a:prstGeom prst="rect">
            <a:avLst/>
          </a:prstGeom>
        </p:spPr>
      </p:pic>
      <p:pic>
        <p:nvPicPr>
          <p:cNvPr id="27" name="Picture 26" descr="image.jp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819900" y="4851400"/>
            <a:ext cx="4521200" cy="95250"/>
          </a:xfrm>
          <a:prstGeom prst="rect">
            <a:avLst/>
          </a:prstGeom>
        </p:spPr>
      </p:pic>
      <p:pic>
        <p:nvPicPr>
          <p:cNvPr id="28" name="Picture 27" descr="image.jp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7143750" y="2324100"/>
            <a:ext cx="838200" cy="2603500"/>
          </a:xfrm>
          <a:prstGeom prst="rect">
            <a:avLst/>
          </a:prstGeom>
        </p:spPr>
      </p:pic>
      <p:pic>
        <p:nvPicPr>
          <p:cNvPr id="29" name="Picture 28" descr="image.jp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016750" y="2108200"/>
            <a:ext cx="1092200" cy="279400"/>
          </a:xfrm>
          <a:prstGeom prst="rect">
            <a:avLst/>
          </a:prstGeom>
        </p:spPr>
      </p:pic>
      <p:pic>
        <p:nvPicPr>
          <p:cNvPr id="30" name="Picture 29" descr="image.jp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7956550" y="4038600"/>
            <a:ext cx="838200" cy="889000"/>
          </a:xfrm>
          <a:prstGeom prst="rect">
            <a:avLst/>
          </a:prstGeom>
        </p:spPr>
      </p:pic>
      <p:pic>
        <p:nvPicPr>
          <p:cNvPr id="31" name="Picture 30" descr="image.jp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7829550" y="3822700"/>
            <a:ext cx="1092200" cy="279400"/>
          </a:xfrm>
          <a:prstGeom prst="rect">
            <a:avLst/>
          </a:prstGeom>
        </p:spPr>
      </p:pic>
      <p:pic>
        <p:nvPicPr>
          <p:cNvPr id="32" name="Picture 31" descr="image.jp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6819900" y="4914900"/>
            <a:ext cx="2298700" cy="254000"/>
          </a:xfrm>
          <a:prstGeom prst="rect">
            <a:avLst/>
          </a:prstGeom>
        </p:spPr>
      </p:pic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9366250" y="2133600"/>
            <a:ext cx="838200" cy="2794000"/>
          </a:xfrm>
          <a:prstGeom prst="rect">
            <a:avLst/>
          </a:prstGeom>
        </p:spPr>
      </p:pic>
      <p:pic>
        <p:nvPicPr>
          <p:cNvPr id="34" name="Picture 33" descr="image.jp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9239250" y="1917700"/>
            <a:ext cx="1092200" cy="279400"/>
          </a:xfrm>
          <a:prstGeom prst="rect">
            <a:avLst/>
          </a:prstGeom>
        </p:spPr>
      </p:pic>
      <p:pic>
        <p:nvPicPr>
          <p:cNvPr id="35" name="Picture 34" descr="image.jp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10179050" y="4318000"/>
            <a:ext cx="838200" cy="609600"/>
          </a:xfrm>
          <a:prstGeom prst="rect">
            <a:avLst/>
          </a:prstGeom>
        </p:spPr>
      </p:pic>
      <p:pic>
        <p:nvPicPr>
          <p:cNvPr id="36" name="Picture 35" descr="image.jp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10052050" y="4102100"/>
            <a:ext cx="1092200" cy="279400"/>
          </a:xfrm>
          <a:prstGeom prst="rect">
            <a:avLst/>
          </a:prstGeom>
        </p:spPr>
      </p:pic>
      <p:pic>
        <p:nvPicPr>
          <p:cNvPr id="37" name="Picture 36" descr="image.jpg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9042400" y="4914900"/>
            <a:ext cx="2298700" cy="254000"/>
          </a:xfrm>
          <a:prstGeom prst="rect">
            <a:avLst/>
          </a:prstGeom>
        </p:spPr>
      </p:pic>
      <p:pic>
        <p:nvPicPr>
          <p:cNvPr id="38" name="Picture 37" descr="image.jpg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673100" y="5359400"/>
            <a:ext cx="10871200" cy="260350"/>
          </a:xfrm>
          <a:prstGeom prst="rect">
            <a:avLst/>
          </a:prstGeom>
        </p:spPr>
      </p:pic>
      <p:pic>
        <p:nvPicPr>
          <p:cNvPr id="39" name="Picture 38" descr="image.jpg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673100" y="5676900"/>
            <a:ext cx="10871200" cy="4064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1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118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118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118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18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236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354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nodeType="withEffect">
                                  <p:stCondLst>
                                    <p:cond delay="472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5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nodeType="withEffect">
                                  <p:stCondLst>
                                    <p:cond delay="59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708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826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5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944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nodeType="withEffect">
                                  <p:stCondLst>
                                    <p:cond delay="1062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5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nodeType="withEffect">
                                  <p:stCondLst>
                                    <p:cond delay="118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5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1298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nodeType="withEffect">
                                  <p:stCondLst>
                                    <p:cond delay="1416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5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1534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nodeType="withEffect">
                                  <p:stCondLst>
                                    <p:cond delay="1652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5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177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177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177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177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nodeType="withEffect">
                                  <p:stCondLst>
                                    <p:cond delay="177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4" fill="hold" nodeType="withEffect">
                                  <p:stCondLst>
                                    <p:cond delay="1888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6" dur="6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nodeType="withEffect">
                                  <p:stCondLst>
                                    <p:cond delay="2006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nodeType="withEffect">
                                  <p:stCondLst>
                                    <p:cond delay="2124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nodeType="withEffect">
                                  <p:stCondLst>
                                    <p:cond delay="2242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42" presetClass="entr" presetSubtype="0" fill="hold" nodeType="withEffect">
                                  <p:stCondLst>
                                    <p:cond delay="236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9" dur="5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5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22" presetClass="entr" presetSubtype="4" fill="hold" nodeType="withEffect">
                                  <p:stCondLst>
                                    <p:cond delay="2478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3" dur="6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nodeType="withEffect">
                                  <p:stCondLst>
                                    <p:cond delay="2596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22" presetClass="entr" presetSubtype="8" fill="hold" nodeType="withEffect">
                                  <p:stCondLst>
                                    <p:cond delay="2714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9" dur="6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nodeType="withEffect">
                                  <p:stCondLst>
                                    <p:cond delay="2832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42" presetClass="entr" presetSubtype="0" fill="hold" nodeType="withEffect">
                                  <p:stCondLst>
                                    <p:cond delay="295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6" dur="500" decel="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500" decel="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42" presetClass="entr" presetSubtype="0" fill="hold" nodeType="withEffect">
                                  <p:stCondLst>
                                    <p:cond delay="3068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1" dur="500" decel="100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500" decel="100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42" presetClass="entr" presetSubtype="0" fill="hold" nodeType="withEffect">
                                  <p:stCondLst>
                                    <p:cond delay="3186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6" dur="500" decel="100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500" decel="100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100" y="1327150"/>
            <a:ext cx="5283200" cy="3060700"/>
          </a:xfrm>
          <a:prstGeom prst="rect">
            <a:avLst/>
          </a:prstGeom>
        </p:spPr>
      </p:pic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" y="4375150"/>
            <a:ext cx="5283200" cy="260350"/>
          </a:xfrm>
          <a:prstGeom prst="rect">
            <a:avLst/>
          </a:prstGeom>
        </p:spPr>
      </p:pic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100" y="4787900"/>
            <a:ext cx="5283200" cy="806450"/>
          </a:xfrm>
          <a:prstGeom prst="rect">
            <a:avLst/>
          </a:prstGeom>
        </p:spPr>
      </p:pic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5400" y="1320800"/>
            <a:ext cx="5156200" cy="323850"/>
          </a:xfrm>
          <a:prstGeom prst="rect">
            <a:avLst/>
          </a:prstGeom>
        </p:spPr>
      </p:pic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92900" y="1676400"/>
            <a:ext cx="215900" cy="215900"/>
          </a:xfrm>
          <a:prstGeom prst="rect">
            <a:avLst/>
          </a:prstGeom>
        </p:spPr>
      </p:pic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96100" y="1625600"/>
            <a:ext cx="2616200" cy="279400"/>
          </a:xfrm>
          <a:prstGeom prst="rect">
            <a:avLst/>
          </a:prstGeom>
        </p:spPr>
      </p:pic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35900" y="1676400"/>
            <a:ext cx="215900" cy="215900"/>
          </a:xfrm>
          <a:prstGeom prst="rect">
            <a:avLst/>
          </a:prstGeom>
        </p:spPr>
      </p:pic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39100" y="1625600"/>
            <a:ext cx="2616200" cy="279400"/>
          </a:xfrm>
          <a:prstGeom prst="rect">
            <a:avLst/>
          </a:prstGeom>
        </p:spPr>
      </p:pic>
      <p:pic>
        <p:nvPicPr>
          <p:cNvPr id="11" name="Picture 10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21400" y="4749800"/>
            <a:ext cx="584200" cy="279400"/>
          </a:xfrm>
          <a:prstGeom prst="rect">
            <a:avLst/>
          </a:prstGeom>
        </p:spPr>
      </p:pic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21400" y="4051300"/>
            <a:ext cx="584200" cy="279400"/>
          </a:xfrm>
          <a:prstGeom prst="rect">
            <a:avLst/>
          </a:prstGeom>
        </p:spPr>
      </p:pic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121400" y="3352800"/>
            <a:ext cx="584200" cy="279400"/>
          </a:xfrm>
          <a:prstGeom prst="rect">
            <a:avLst/>
          </a:prstGeom>
        </p:spPr>
      </p:pic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121400" y="2654300"/>
            <a:ext cx="584200" cy="279400"/>
          </a:xfrm>
          <a:prstGeom prst="rect">
            <a:avLst/>
          </a:prstGeom>
        </p:spPr>
      </p:pic>
      <p:pic>
        <p:nvPicPr>
          <p:cNvPr id="15" name="Picture 14" descr="image.jp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121400" y="1955800"/>
            <a:ext cx="584200" cy="279400"/>
          </a:xfrm>
          <a:prstGeom prst="rect">
            <a:avLst/>
          </a:prstGeom>
        </p:spPr>
      </p:pic>
      <p:pic>
        <p:nvPicPr>
          <p:cNvPr id="16" name="Picture 15" descr="image.jp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692900" y="4851400"/>
            <a:ext cx="4775200" cy="95250"/>
          </a:xfrm>
          <a:prstGeom prst="rect">
            <a:avLst/>
          </a:prstGeom>
        </p:spPr>
      </p:pic>
      <p:pic>
        <p:nvPicPr>
          <p:cNvPr id="17" name="Picture 16" descr="image.jp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940550" y="3759200"/>
            <a:ext cx="584200" cy="1168400"/>
          </a:xfrm>
          <a:prstGeom prst="rect">
            <a:avLst/>
          </a:prstGeom>
        </p:spPr>
      </p:pic>
      <p:pic>
        <p:nvPicPr>
          <p:cNvPr id="18" name="Picture 17" descr="image.jp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813550" y="3543300"/>
            <a:ext cx="838200" cy="279400"/>
          </a:xfrm>
          <a:prstGeom prst="rect">
            <a:avLst/>
          </a:prstGeom>
        </p:spPr>
      </p:pic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372350" y="4635500"/>
            <a:ext cx="838200" cy="279400"/>
          </a:xfrm>
          <a:prstGeom prst="rect">
            <a:avLst/>
          </a:prstGeom>
        </p:spPr>
      </p:pic>
      <p:pic>
        <p:nvPicPr>
          <p:cNvPr id="20" name="Picture 19" descr="image.jp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692900" y="4914900"/>
            <a:ext cx="1644650" cy="254000"/>
          </a:xfrm>
          <a:prstGeom prst="rect">
            <a:avLst/>
          </a:prstGeom>
        </p:spPr>
      </p:pic>
      <p:pic>
        <p:nvPicPr>
          <p:cNvPr id="21" name="Picture 20" descr="image.jp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509000" y="2393950"/>
            <a:ext cx="584200" cy="2533650"/>
          </a:xfrm>
          <a:prstGeom prst="rect">
            <a:avLst/>
          </a:prstGeom>
        </p:spPr>
      </p:pic>
      <p:pic>
        <p:nvPicPr>
          <p:cNvPr id="22" name="Picture 21" descr="image.jp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382000" y="2178050"/>
            <a:ext cx="838200" cy="279400"/>
          </a:xfrm>
          <a:prstGeom prst="rect">
            <a:avLst/>
          </a:prstGeom>
        </p:spPr>
      </p:pic>
      <p:pic>
        <p:nvPicPr>
          <p:cNvPr id="23" name="Picture 22" descr="image.jp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067800" y="4235450"/>
            <a:ext cx="584200" cy="692150"/>
          </a:xfrm>
          <a:prstGeom prst="rect">
            <a:avLst/>
          </a:prstGeom>
        </p:spPr>
      </p:pic>
      <p:pic>
        <p:nvPicPr>
          <p:cNvPr id="24" name="Picture 23" descr="image.jp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940800" y="4019550"/>
            <a:ext cx="838200" cy="279400"/>
          </a:xfrm>
          <a:prstGeom prst="rect">
            <a:avLst/>
          </a:prstGeom>
        </p:spPr>
      </p:pic>
      <p:pic>
        <p:nvPicPr>
          <p:cNvPr id="25" name="Picture 24" descr="image.jp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261350" y="4914900"/>
            <a:ext cx="1644650" cy="254000"/>
          </a:xfrm>
          <a:prstGeom prst="rect">
            <a:avLst/>
          </a:prstGeom>
        </p:spPr>
      </p:pic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0077450" y="3200400"/>
            <a:ext cx="584200" cy="1727200"/>
          </a:xfrm>
          <a:prstGeom prst="rect">
            <a:avLst/>
          </a:prstGeom>
        </p:spPr>
      </p:pic>
      <p:pic>
        <p:nvPicPr>
          <p:cNvPr id="27" name="Picture 26" descr="image.jp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9950450" y="2984500"/>
            <a:ext cx="838200" cy="279400"/>
          </a:xfrm>
          <a:prstGeom prst="rect">
            <a:avLst/>
          </a:prstGeom>
        </p:spPr>
      </p:pic>
      <p:pic>
        <p:nvPicPr>
          <p:cNvPr id="28" name="Picture 27" descr="image.jp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0636250" y="4597400"/>
            <a:ext cx="584200" cy="330200"/>
          </a:xfrm>
          <a:prstGeom prst="rect">
            <a:avLst/>
          </a:prstGeom>
        </p:spPr>
      </p:pic>
      <p:pic>
        <p:nvPicPr>
          <p:cNvPr id="29" name="Picture 28" descr="image.jp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0509250" y="4381500"/>
            <a:ext cx="838200" cy="279400"/>
          </a:xfrm>
          <a:prstGeom prst="rect">
            <a:avLst/>
          </a:prstGeom>
        </p:spPr>
      </p:pic>
      <p:pic>
        <p:nvPicPr>
          <p:cNvPr id="30" name="Picture 29" descr="image.jp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9823450" y="4914900"/>
            <a:ext cx="1644650" cy="254000"/>
          </a:xfrm>
          <a:prstGeom prst="rect">
            <a:avLst/>
          </a:prstGeom>
        </p:spPr>
      </p:pic>
      <p:pic>
        <p:nvPicPr>
          <p:cNvPr id="31" name="Picture 30" descr="image.jp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6248400" y="5486400"/>
            <a:ext cx="5283200" cy="2921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8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145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5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nodeType="withEffect">
                                  <p:stCondLst>
                                    <p:cond delay="435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5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nodeType="withEffect">
                                  <p:stCondLst>
                                    <p:cond delay="725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5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87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nodeType="withEffect">
                                  <p:stCondLst>
                                    <p:cond delay="1015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5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116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116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116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116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116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116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4" fill="hold" nodeType="withEffect">
                                  <p:stCondLst>
                                    <p:cond delay="1305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nodeType="withEffect">
                                  <p:stCondLst>
                                    <p:cond delay="1595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5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2" presetClass="entr" presetSubtype="4" fill="hold" nodeType="withEffect">
                                  <p:stCondLst>
                                    <p:cond delay="174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1885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203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2175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42" presetClass="entr" presetSubtype="0" fill="hold" nodeType="withEffect">
                                  <p:stCondLst>
                                    <p:cond delay="232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5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22" presetClass="entr" presetSubtype="4" fill="hold" nodeType="withEffect">
                                  <p:stCondLst>
                                    <p:cond delay="2465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0" dur="6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nodeType="withEffect">
                                  <p:stCondLst>
                                    <p:cond delay="261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8" fill="hold" nodeType="withEffect">
                                  <p:stCondLst>
                                    <p:cond delay="2755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6" dur="6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nodeType="withEffect">
                                  <p:stCondLst>
                                    <p:cond delay="3045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5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nodeType="withEffect">
                                  <p:stCondLst>
                                    <p:cond delay="319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5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100" y="1320800"/>
            <a:ext cx="3556000" cy="2235200"/>
          </a:xfrm>
          <a:prstGeom prst="rect">
            <a:avLst/>
          </a:prstGeom>
        </p:spPr>
      </p:pic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0700" y="1320800"/>
            <a:ext cx="3556000" cy="2235200"/>
          </a:xfrm>
          <a:prstGeom prst="rect">
            <a:avLst/>
          </a:prstGeom>
        </p:spPr>
      </p:pic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88300" y="1320800"/>
            <a:ext cx="3556000" cy="2235200"/>
          </a:xfrm>
          <a:prstGeom prst="rect">
            <a:avLst/>
          </a:prstGeom>
        </p:spPr>
      </p:pic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3100" y="3644900"/>
            <a:ext cx="3556000" cy="2235200"/>
          </a:xfrm>
          <a:prstGeom prst="rect">
            <a:avLst/>
          </a:prstGeom>
        </p:spPr>
      </p:pic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30700" y="3644900"/>
            <a:ext cx="3556000" cy="2235200"/>
          </a:xfrm>
          <a:prstGeom prst="rect">
            <a:avLst/>
          </a:prstGeom>
        </p:spPr>
      </p:pic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88300" y="3644900"/>
            <a:ext cx="3556000" cy="22352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5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5900" y="1549400"/>
            <a:ext cx="3886200" cy="2616200"/>
          </a:xfrm>
          <a:prstGeom prst="rect">
            <a:avLst/>
          </a:prstGeom>
        </p:spPr>
      </p:pic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5900" y="2692400"/>
            <a:ext cx="838200" cy="127000"/>
          </a:xfrm>
          <a:prstGeom prst="rect">
            <a:avLst/>
          </a:prstGeom>
        </p:spPr>
      </p:pic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85900" y="2755900"/>
            <a:ext cx="5791200" cy="1085850"/>
          </a:xfrm>
          <a:prstGeom prst="rect">
            <a:avLst/>
          </a:prstGeom>
        </p:spPr>
      </p:pic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85900" y="4025900"/>
            <a:ext cx="7696200" cy="323850"/>
          </a:xfrm>
          <a:prstGeom prst="rect">
            <a:avLst/>
          </a:prstGeom>
        </p:spPr>
      </p:pic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85900" y="4318000"/>
            <a:ext cx="7696200" cy="323850"/>
          </a:xfrm>
          <a:prstGeom prst="rect">
            <a:avLst/>
          </a:prstGeom>
        </p:spPr>
      </p:pic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85900" y="4610100"/>
            <a:ext cx="7696200" cy="32385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5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5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100" y="1327150"/>
            <a:ext cx="4648200" cy="2266950"/>
          </a:xfrm>
          <a:prstGeom prst="rect">
            <a:avLst/>
          </a:prstGeom>
        </p:spPr>
      </p:pic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" y="3568700"/>
            <a:ext cx="2362200" cy="279400"/>
          </a:xfrm>
          <a:prstGeom prst="rect">
            <a:avLst/>
          </a:prstGeom>
        </p:spPr>
      </p:pic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59100" y="3568700"/>
            <a:ext cx="2362200" cy="279400"/>
          </a:xfrm>
          <a:prstGeom prst="rect">
            <a:avLst/>
          </a:prstGeom>
        </p:spPr>
      </p:pic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3100" y="3962400"/>
            <a:ext cx="4648200" cy="1435100"/>
          </a:xfrm>
          <a:prstGeom prst="rect">
            <a:avLst/>
          </a:prstGeom>
        </p:spPr>
      </p:pic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49900" y="1320800"/>
            <a:ext cx="5981700" cy="1473200"/>
          </a:xfrm>
          <a:prstGeom prst="rect">
            <a:avLst/>
          </a:prstGeom>
        </p:spPr>
      </p:pic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49900" y="2870200"/>
            <a:ext cx="5981700" cy="1473200"/>
          </a:xfrm>
          <a:prstGeom prst="rect">
            <a:avLst/>
          </a:prstGeom>
        </p:spPr>
      </p:pic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49900" y="4419600"/>
            <a:ext cx="5981700" cy="14732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8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5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5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5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nodeType="withEffect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5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100" y="1327150"/>
            <a:ext cx="10871200" cy="1435100"/>
          </a:xfrm>
          <a:prstGeom prst="rect">
            <a:avLst/>
          </a:prstGeom>
        </p:spPr>
      </p:pic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" y="3136900"/>
            <a:ext cx="5791200" cy="342900"/>
          </a:xfrm>
          <a:prstGeom prst="rect">
            <a:avLst/>
          </a:prstGeom>
        </p:spPr>
      </p:pic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100" y="3517900"/>
            <a:ext cx="2108200" cy="2171700"/>
          </a:xfrm>
          <a:prstGeom prst="rect">
            <a:avLst/>
          </a:prstGeom>
        </p:spPr>
      </p:pic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57500" y="3517900"/>
            <a:ext cx="2108200" cy="2171700"/>
          </a:xfrm>
          <a:prstGeom prst="rect">
            <a:avLst/>
          </a:prstGeom>
        </p:spPr>
      </p:pic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41900" y="3517900"/>
            <a:ext cx="2108200" cy="2171700"/>
          </a:xfrm>
          <a:prstGeom prst="rect">
            <a:avLst/>
          </a:prstGeom>
        </p:spPr>
      </p:pic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26300" y="3517900"/>
            <a:ext cx="2108200" cy="2171700"/>
          </a:xfrm>
          <a:prstGeom prst="rect">
            <a:avLst/>
          </a:prstGeom>
        </p:spPr>
      </p:pic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10700" y="3517900"/>
            <a:ext cx="2108200" cy="21717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5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5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100" y="1308100"/>
            <a:ext cx="5384800" cy="4229100"/>
          </a:xfrm>
          <a:prstGeom prst="rect">
            <a:avLst/>
          </a:prstGeom>
        </p:spPr>
      </p:pic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9500" y="1308100"/>
            <a:ext cx="5384800" cy="3460750"/>
          </a:xfrm>
          <a:prstGeom prst="rect">
            <a:avLst/>
          </a:prstGeom>
        </p:spPr>
      </p:pic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100" y="5803900"/>
            <a:ext cx="9601200" cy="2794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100" y="1308100"/>
            <a:ext cx="5384800" cy="4013200"/>
          </a:xfrm>
          <a:prstGeom prst="rect">
            <a:avLst/>
          </a:prstGeom>
        </p:spPr>
      </p:pic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9500" y="1308100"/>
            <a:ext cx="5384800" cy="3244850"/>
          </a:xfrm>
          <a:prstGeom prst="rect">
            <a:avLst/>
          </a:prstGeom>
        </p:spPr>
      </p:pic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100" y="5803900"/>
            <a:ext cx="9601200" cy="2794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6900" y="1866900"/>
            <a:ext cx="838200" cy="647700"/>
          </a:xfrm>
          <a:prstGeom prst="rect">
            <a:avLst/>
          </a:prstGeom>
        </p:spPr>
      </p:pic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2900" y="2628900"/>
            <a:ext cx="8966200" cy="749300"/>
          </a:xfrm>
          <a:prstGeom prst="rect">
            <a:avLst/>
          </a:prstGeom>
        </p:spPr>
      </p:pic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12900" y="3390900"/>
            <a:ext cx="8966200" cy="584200"/>
          </a:xfrm>
          <a:prstGeom prst="rect">
            <a:avLst/>
          </a:prstGeom>
        </p:spPr>
      </p:pic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13400" y="4279900"/>
            <a:ext cx="965200" cy="1143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5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Beyond the Missing Wedge: Final Defense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